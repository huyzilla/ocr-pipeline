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custom-properties+xml" PartName="/docProps/custom.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34.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30.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35.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19.xml"/>
  <Override ContentType="application/vnd.openxmlformats-officedocument.presentationml.slideLayout+xml" PartName="/ppt/slideLayouts/slideLayout36.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Layout+xml" PartName="/ppt/slideLayouts/slideLayout32.xml"/>
  <Override ContentType="application/vnd.openxmlformats-officedocument.presentationml.slideMaster+xml" PartName="/ppt/slideMasters/slideMaster3.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theme+xml" PartName="/ppt/theme/theme4.xml"/>
</Types>
</file>

<file path=_rels/.rels><?xml version="1.0" encoding="UTF-8" standalone="yes"?><Relationships xmlns="http://schemas.openxmlformats.org/package/2006/relationships"><Relationship Id="rId1" Type="http://schemas.openxmlformats.org/officeDocument/2006/relationships/custom-properties" Target="docProps/custom.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 id="2147483661" r:id="rId5"/>
    <p:sldMasterId id="2147483674" r:id="rId6"/>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Lst>
  <p:sldSz cy="6858000" cx="12192000"/>
  <p:notesSz cx="7559675" cy="10691800"/>
  <p:embeddedFontLst>
    <p:embeddedFont>
      <p:font typeface="Play"/>
      <p:regular r:id="rId45"/>
      <p:bold r:id="rId46"/>
    </p:embeddedFont>
    <p:embeddedFont>
      <p:font typeface="Lato"/>
      <p:regular r:id="rId47"/>
      <p:bold r:id="rId48"/>
      <p:italic r:id="rId49"/>
      <p:boldItalic r:id="rId50"/>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51" roundtripDataSignature="AMtx7mjN1LqgTNBF3UoMJTiyOmBGNf4ii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3399F127-FB33-4B61-8594-DA9710AD7025}">
  <a:tblStyle styleId="{3399F127-FB33-4B61-8594-DA9710AD7025}"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 styleId="{A1F108D0-9EFD-4A42-BCB5-806309F8B6A4}" styleName="Table_1">
    <a:wholeTbl>
      <a:tcTxStyle b="off" i="off">
        <a:font>
          <a:latin typeface="Arial"/>
          <a:ea typeface="Arial"/>
          <a:cs typeface="Arial"/>
        </a:font>
        <a:schemeClr val="dk1"/>
      </a:tcTxStyle>
      <a:tcStyle>
        <a:tcBdr>
          <a:left>
            <a:ln cap="flat" cmpd="sng" w="12700">
              <a:solidFill>
                <a:schemeClr val="lt1"/>
              </a:solidFill>
              <a:prstDash val="solid"/>
              <a:round/>
              <a:headEnd len="sm" w="sm" type="none"/>
              <a:tailEnd len="sm" w="sm" type="none"/>
            </a:ln>
          </a:left>
          <a:right>
            <a:ln cap="flat" cmpd="sng" w="12700">
              <a:solidFill>
                <a:schemeClr val="lt1"/>
              </a:solidFill>
              <a:prstDash val="solid"/>
              <a:round/>
              <a:headEnd len="sm" w="sm" type="none"/>
              <a:tailEnd len="sm" w="sm" type="none"/>
            </a:ln>
          </a:right>
          <a:top>
            <a:ln cap="flat" cmpd="sng" w="12700">
              <a:solidFill>
                <a:schemeClr val="lt1"/>
              </a:solidFill>
              <a:prstDash val="solid"/>
              <a:round/>
              <a:headEnd len="sm" w="sm" type="none"/>
              <a:tailEnd len="sm" w="sm" type="none"/>
            </a:ln>
          </a:top>
          <a:bottom>
            <a:ln cap="flat" cmpd="sng" w="12700">
              <a:solidFill>
                <a:schemeClr val="lt1"/>
              </a:solidFill>
              <a:prstDash val="solid"/>
              <a:round/>
              <a:headEnd len="sm" w="sm" type="none"/>
              <a:tailEnd len="sm" w="sm" type="none"/>
            </a:ln>
          </a:bottom>
          <a:insideH>
            <a:ln cap="flat" cmpd="sng" w="12700">
              <a:solidFill>
                <a:schemeClr val="lt1"/>
              </a:solidFill>
              <a:prstDash val="solid"/>
              <a:round/>
              <a:headEnd len="sm" w="sm" type="none"/>
              <a:tailEnd len="sm" w="sm" type="none"/>
            </a:ln>
          </a:insideH>
          <a:insideV>
            <a:ln cap="flat" cmpd="sng" w="12700">
              <a:solidFill>
                <a:schemeClr val="lt1"/>
              </a:solidFill>
              <a:prstDash val="solid"/>
              <a:round/>
              <a:headEnd len="sm" w="sm" type="none"/>
              <a:tailEnd len="sm" w="sm" type="none"/>
            </a:ln>
          </a:insideV>
        </a:tcBdr>
        <a:fill>
          <a:solidFill>
            <a:srgbClr val="E8EBF5"/>
          </a:solidFill>
        </a:fill>
      </a:tcStyle>
    </a:wholeTbl>
    <a:band1H>
      <a:tcTxStyle/>
      <a:tcStyle>
        <a:fill>
          <a:solidFill>
            <a:srgbClr val="CDD4EA"/>
          </a:solidFill>
        </a:fill>
      </a:tcStyle>
    </a:band1H>
    <a:band2H>
      <a:tcTxStyle/>
    </a:band2H>
    <a:band1V>
      <a:tcTxStyle/>
      <a:tcStyle>
        <a:fill>
          <a:solidFill>
            <a:srgbClr val="CDD4EA"/>
          </a:solidFill>
        </a:fill>
      </a:tcStyle>
    </a:band1V>
    <a:band2V>
      <a:tcTxStyle/>
    </a:band2V>
    <a:lastCol>
      <a:tcTxStyle b="on" i="off">
        <a:font>
          <a:latin typeface="Arial"/>
          <a:ea typeface="Arial"/>
          <a:cs typeface="Arial"/>
        </a:font>
        <a:schemeClr val="lt1"/>
      </a:tcTxStyle>
      <a:tcStyle>
        <a:fill>
          <a:solidFill>
            <a:schemeClr val="accent1"/>
          </a:solidFill>
        </a:fill>
      </a:tcStyle>
    </a:lastCol>
    <a:firstCol>
      <a:tcTxStyle b="on" i="off">
        <a:font>
          <a:latin typeface="Arial"/>
          <a:ea typeface="Arial"/>
          <a:cs typeface="Arial"/>
        </a:font>
        <a:schemeClr val="lt1"/>
      </a:tcTxStyle>
      <a:tcStyle>
        <a:fill>
          <a:solidFill>
            <a:schemeClr val="accent1"/>
          </a:solidFill>
        </a:fill>
      </a:tcStyle>
    </a:firstCol>
    <a:lastRow>
      <a:tcTxStyle b="on" i="off">
        <a:font>
          <a:latin typeface="Arial"/>
          <a:ea typeface="Arial"/>
          <a:cs typeface="Arial"/>
        </a:font>
        <a:schemeClr val="lt1"/>
      </a:tcTxStyle>
      <a:tcStyle>
        <a:tcBdr>
          <a:top>
            <a:ln cap="flat" cmpd="sng" w="38100">
              <a:solidFill>
                <a:schemeClr val="lt1"/>
              </a:solidFill>
              <a:prstDash val="solid"/>
              <a:round/>
              <a:headEnd len="sm" w="sm" type="none"/>
              <a:tailEnd len="sm" w="sm" type="none"/>
            </a:ln>
          </a:top>
        </a:tcBdr>
        <a:fill>
          <a:solidFill>
            <a:schemeClr val="accent1"/>
          </a:solidFill>
        </a:fill>
      </a:tcStyle>
    </a:lastRow>
    <a:seCell>
      <a:tcTxStyle/>
    </a:seCell>
    <a:swCell>
      <a:tcTxStyle/>
    </a:swCell>
    <a:firstRow>
      <a:tcTxStyle b="on" i="off">
        <a:font>
          <a:latin typeface="Arial"/>
          <a:ea typeface="Arial"/>
          <a:cs typeface="Arial"/>
        </a:font>
        <a:schemeClr val="lt1"/>
      </a:tcTxStyle>
      <a:tcStyle>
        <a:tcBdr>
          <a:bottom>
            <a:ln cap="flat" cmpd="sng" w="38100">
              <a:solidFill>
                <a:schemeClr val="lt1"/>
              </a:solidFill>
              <a:prstDash val="solid"/>
              <a:round/>
              <a:headEnd len="sm" w="sm" type="none"/>
              <a:tailEnd len="sm" w="sm" type="none"/>
            </a:ln>
          </a:bottom>
        </a:tcBdr>
        <a:fill>
          <a:solidFill>
            <a:schemeClr val="accent1"/>
          </a:solidFill>
        </a:fill>
      </a:tcStyle>
    </a:firstRow>
    <a:neCell>
      <a:tcTxStyle/>
    </a:neCell>
    <a:nwCell>
      <a:tcTxStyle/>
    </a:nwCell>
  </a:tblStyle>
</a:tblStyleLst>
</file>

<file path=ppt/_rels/presentation.xml.rels><?xml version="1.0" encoding="UTF-8" standalone="yes"?><Relationships xmlns="http://schemas.openxmlformats.org/package/2006/relationships"><Relationship Id="rId40" Type="http://schemas.openxmlformats.org/officeDocument/2006/relationships/slide" Target="slides/slide33.xml"/><Relationship Id="rId42" Type="http://schemas.openxmlformats.org/officeDocument/2006/relationships/slide" Target="slides/slide35.xml"/><Relationship Id="rId41" Type="http://schemas.openxmlformats.org/officeDocument/2006/relationships/slide" Target="slides/slide34.xml"/><Relationship Id="rId44" Type="http://schemas.openxmlformats.org/officeDocument/2006/relationships/slide" Target="slides/slide37.xml"/><Relationship Id="rId43" Type="http://schemas.openxmlformats.org/officeDocument/2006/relationships/slide" Target="slides/slide36.xml"/><Relationship Id="rId46" Type="http://schemas.openxmlformats.org/officeDocument/2006/relationships/font" Target="fonts/Play-bold.fntdata"/><Relationship Id="rId45" Type="http://schemas.openxmlformats.org/officeDocument/2006/relationships/font" Target="fonts/Play-regular.fntdata"/><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2.xml"/><Relationship Id="rId48" Type="http://schemas.openxmlformats.org/officeDocument/2006/relationships/font" Target="fonts/Lato-bold.fntdata"/><Relationship Id="rId47" Type="http://schemas.openxmlformats.org/officeDocument/2006/relationships/font" Target="fonts/Lato-regular.fntdata"/><Relationship Id="rId49" Type="http://schemas.openxmlformats.org/officeDocument/2006/relationships/font" Target="fonts/Lato-italic.fntdata"/><Relationship Id="rId5" Type="http://schemas.openxmlformats.org/officeDocument/2006/relationships/slideMaster" Target="slideMasters/slideMaster2.xml"/><Relationship Id="rId6" Type="http://schemas.openxmlformats.org/officeDocument/2006/relationships/slideMaster" Target="slideMasters/slideMaster3.xml"/><Relationship Id="rId7" Type="http://schemas.openxmlformats.org/officeDocument/2006/relationships/notesMaster" Target="notesMasters/notesMaster1.xml"/><Relationship Id="rId8" Type="http://schemas.openxmlformats.org/officeDocument/2006/relationships/slide" Target="slides/slide1.xml"/><Relationship Id="rId31" Type="http://schemas.openxmlformats.org/officeDocument/2006/relationships/slide" Target="slides/slide24.xml"/><Relationship Id="rId30" Type="http://schemas.openxmlformats.org/officeDocument/2006/relationships/slide" Target="slides/slide23.xml"/><Relationship Id="rId33" Type="http://schemas.openxmlformats.org/officeDocument/2006/relationships/slide" Target="slides/slide26.xml"/><Relationship Id="rId32" Type="http://schemas.openxmlformats.org/officeDocument/2006/relationships/slide" Target="slides/slide25.xml"/><Relationship Id="rId35" Type="http://schemas.openxmlformats.org/officeDocument/2006/relationships/slide" Target="slides/slide28.xml"/><Relationship Id="rId34" Type="http://schemas.openxmlformats.org/officeDocument/2006/relationships/slide" Target="slides/slide27.xml"/><Relationship Id="rId37" Type="http://schemas.openxmlformats.org/officeDocument/2006/relationships/slide" Target="slides/slide30.xml"/><Relationship Id="rId36" Type="http://schemas.openxmlformats.org/officeDocument/2006/relationships/slide" Target="slides/slide29.xml"/><Relationship Id="rId39" Type="http://schemas.openxmlformats.org/officeDocument/2006/relationships/slide" Target="slides/slide32.xml"/><Relationship Id="rId38" Type="http://schemas.openxmlformats.org/officeDocument/2006/relationships/slide" Target="slides/slide31.xml"/><Relationship Id="rId20" Type="http://schemas.openxmlformats.org/officeDocument/2006/relationships/slide" Target="slides/slide13.xml"/><Relationship Id="rId22" Type="http://schemas.openxmlformats.org/officeDocument/2006/relationships/slide" Target="slides/slide15.xml"/><Relationship Id="rId21" Type="http://schemas.openxmlformats.org/officeDocument/2006/relationships/slide" Target="slides/slide14.xml"/><Relationship Id="rId24" Type="http://schemas.openxmlformats.org/officeDocument/2006/relationships/slide" Target="slides/slide17.xml"/><Relationship Id="rId23" Type="http://schemas.openxmlformats.org/officeDocument/2006/relationships/slide" Target="slides/slide16.xml"/><Relationship Id="rId26" Type="http://schemas.openxmlformats.org/officeDocument/2006/relationships/slide" Target="slides/slide19.xml"/><Relationship Id="rId25" Type="http://schemas.openxmlformats.org/officeDocument/2006/relationships/slide" Target="slides/slide18.xml"/><Relationship Id="rId28" Type="http://schemas.openxmlformats.org/officeDocument/2006/relationships/slide" Target="slides/slide21.xml"/><Relationship Id="rId27" Type="http://schemas.openxmlformats.org/officeDocument/2006/relationships/slide" Target="slides/slide20.xml"/><Relationship Id="rId29" Type="http://schemas.openxmlformats.org/officeDocument/2006/relationships/slide" Target="slides/slide22.xml"/><Relationship Id="rId51" Type="http://customschemas.google.com/relationships/presentationmetadata" Target="metadata"/><Relationship Id="rId50" Type="http://schemas.openxmlformats.org/officeDocument/2006/relationships/font" Target="fonts/Lato-boldItalic.fntdata"/><Relationship Id="rId11" Type="http://schemas.openxmlformats.org/officeDocument/2006/relationships/slide" Target="slides/slide4.xml"/><Relationship Id="rId10" Type="http://schemas.openxmlformats.org/officeDocument/2006/relationships/slide" Target="slides/slide3.xml"/><Relationship Id="rId13" Type="http://schemas.openxmlformats.org/officeDocument/2006/relationships/slide" Target="slides/slide6.xml"/><Relationship Id="rId12" Type="http://schemas.openxmlformats.org/officeDocument/2006/relationships/slide" Target="slides/slide5.xml"/><Relationship Id="rId15" Type="http://schemas.openxmlformats.org/officeDocument/2006/relationships/slide" Target="slides/slide8.xml"/><Relationship Id="rId14" Type="http://schemas.openxmlformats.org/officeDocument/2006/relationships/slide" Target="slides/slide7.xml"/><Relationship Id="rId17" Type="http://schemas.openxmlformats.org/officeDocument/2006/relationships/slide" Target="slides/slide10.xml"/><Relationship Id="rId16" Type="http://schemas.openxmlformats.org/officeDocument/2006/relationships/slide" Target="slides/slide9.xml"/><Relationship Id="rId19" Type="http://schemas.openxmlformats.org/officeDocument/2006/relationships/slide" Target="slides/slide12.xml"/><Relationship Id="rId18"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3276600" cy="53657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4" name="Google Shape;4;n"/>
          <p:cNvSpPr txBox="1"/>
          <p:nvPr>
            <p:ph idx="10" type="dt"/>
          </p:nvPr>
        </p:nvSpPr>
        <p:spPr>
          <a:xfrm>
            <a:off x="4281488" y="0"/>
            <a:ext cx="3276600" cy="536575"/>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5" name="Google Shape;5;n"/>
          <p:cNvSpPr/>
          <p:nvPr>
            <p:ph idx="3" type="sldImg"/>
          </p:nvPr>
        </p:nvSpPr>
        <p:spPr>
          <a:xfrm>
            <a:off x="573088" y="1336675"/>
            <a:ext cx="6413500" cy="3608388"/>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755650" y="5145088"/>
            <a:ext cx="6048375" cy="42100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1pPr>
            <a:lvl2pPr indent="-228600" lvl="1" marL="9144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2pPr>
            <a:lvl3pPr indent="-228600" lvl="2" marL="13716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3pPr>
            <a:lvl4pPr indent="-228600" lvl="3" marL="18288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4pPr>
            <a:lvl5pPr indent="-228600" lvl="4" marL="22860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5pPr>
            <a:lvl6pPr indent="-228600" lvl="5" marL="27432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6pPr>
            <a:lvl7pPr indent="-228600" lvl="6" marL="32004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7pPr>
            <a:lvl8pPr indent="-228600" lvl="7" marL="36576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8pPr>
            <a:lvl9pPr indent="-228600" lvl="8" marL="41148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9pPr>
          </a:lstStyle>
          <a:p/>
        </p:txBody>
      </p:sp>
      <p:sp>
        <p:nvSpPr>
          <p:cNvPr id="7" name="Google Shape;7;n"/>
          <p:cNvSpPr txBox="1"/>
          <p:nvPr>
            <p:ph idx="11" type="ftr"/>
          </p:nvPr>
        </p:nvSpPr>
        <p:spPr>
          <a:xfrm>
            <a:off x="0" y="10155238"/>
            <a:ext cx="3276600" cy="536575"/>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8" name="Google Shape;8;n"/>
          <p:cNvSpPr txBox="1"/>
          <p:nvPr>
            <p:ph idx="12" type="sldNum"/>
          </p:nvPr>
        </p:nvSpPr>
        <p:spPr>
          <a:xfrm>
            <a:off x="4281488" y="10155238"/>
            <a:ext cx="3276600" cy="536575"/>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Arial"/>
                <a:ea typeface="Arial"/>
                <a:cs typeface="Arial"/>
                <a:sym typeface="Arial"/>
              </a:rPr>
              <a:t>‹#›</a:t>
            </a:fld>
            <a:endParaRPr b="0" i="0" sz="1200" u="none" cap="none" strike="noStrike">
              <a:solidFill>
                <a:schemeClr val="dk1"/>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 name="Shape 162"/>
        <p:cNvGrpSpPr/>
        <p:nvPr/>
      </p:nvGrpSpPr>
      <p:grpSpPr>
        <a:xfrm>
          <a:off x="0" y="0"/>
          <a:ext cx="0" cy="0"/>
          <a:chOff x="0" y="0"/>
          <a:chExt cx="0" cy="0"/>
        </a:xfrm>
      </p:grpSpPr>
      <p:sp>
        <p:nvSpPr>
          <p:cNvPr id="163" name="Google Shape;163;p1:notes"/>
          <p:cNvSpPr txBox="1"/>
          <p:nvPr>
            <p:ph idx="1" type="body"/>
          </p:nvPr>
        </p:nvSpPr>
        <p:spPr>
          <a:xfrm>
            <a:off x="755650" y="5145088"/>
            <a:ext cx="6048375" cy="42100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4" name="Google Shape;164;p1:notes"/>
          <p:cNvSpPr/>
          <p:nvPr>
            <p:ph idx="2" type="sldImg"/>
          </p:nvPr>
        </p:nvSpPr>
        <p:spPr>
          <a:xfrm>
            <a:off x="573088" y="1336675"/>
            <a:ext cx="6413500" cy="3608388"/>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7" name="Shape 167"/>
        <p:cNvGrpSpPr/>
        <p:nvPr/>
      </p:nvGrpSpPr>
      <p:grpSpPr>
        <a:xfrm>
          <a:off x="0" y="0"/>
          <a:ext cx="0" cy="0"/>
          <a:chOff x="0" y="0"/>
          <a:chExt cx="0" cy="0"/>
        </a:xfrm>
      </p:grpSpPr>
      <p:sp>
        <p:nvSpPr>
          <p:cNvPr id="168" name="Google Shape;168;p2:notes"/>
          <p:cNvSpPr txBox="1"/>
          <p:nvPr>
            <p:ph idx="1" type="body"/>
          </p:nvPr>
        </p:nvSpPr>
        <p:spPr>
          <a:xfrm>
            <a:off x="755650" y="5145088"/>
            <a:ext cx="6048375" cy="42100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9" name="Google Shape;169;p2:notes"/>
          <p:cNvSpPr/>
          <p:nvPr>
            <p:ph idx="2" type="sldImg"/>
          </p:nvPr>
        </p:nvSpPr>
        <p:spPr>
          <a:xfrm>
            <a:off x="573088" y="1336675"/>
            <a:ext cx="6413500" cy="3608388"/>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8" name="Shape 178"/>
        <p:cNvGrpSpPr/>
        <p:nvPr/>
      </p:nvGrpSpPr>
      <p:grpSpPr>
        <a:xfrm>
          <a:off x="0" y="0"/>
          <a:ext cx="0" cy="0"/>
          <a:chOff x="0" y="0"/>
          <a:chExt cx="0" cy="0"/>
        </a:xfrm>
      </p:grpSpPr>
      <p:sp>
        <p:nvSpPr>
          <p:cNvPr id="179" name="Google Shape;179;p3:notes"/>
          <p:cNvSpPr txBox="1"/>
          <p:nvPr>
            <p:ph idx="1" type="body"/>
          </p:nvPr>
        </p:nvSpPr>
        <p:spPr>
          <a:xfrm>
            <a:off x="755650" y="5145088"/>
            <a:ext cx="6048375" cy="42100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0" name="Google Shape;180;p3:notes"/>
          <p:cNvSpPr/>
          <p:nvPr>
            <p:ph idx="2" type="sldImg"/>
          </p:nvPr>
        </p:nvSpPr>
        <p:spPr>
          <a:xfrm>
            <a:off x="573088" y="1336675"/>
            <a:ext cx="6413500" cy="3608388"/>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6" name="Shape 186"/>
        <p:cNvGrpSpPr/>
        <p:nvPr/>
      </p:nvGrpSpPr>
      <p:grpSpPr>
        <a:xfrm>
          <a:off x="0" y="0"/>
          <a:ext cx="0" cy="0"/>
          <a:chOff x="0" y="0"/>
          <a:chExt cx="0" cy="0"/>
        </a:xfrm>
      </p:grpSpPr>
      <p:sp>
        <p:nvSpPr>
          <p:cNvPr id="187" name="Google Shape;187;p4:notes"/>
          <p:cNvSpPr/>
          <p:nvPr>
            <p:ph idx="2" type="sldImg"/>
          </p:nvPr>
        </p:nvSpPr>
        <p:spPr>
          <a:xfrm>
            <a:off x="573088" y="1336675"/>
            <a:ext cx="6413500" cy="3608388"/>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8" name="Google Shape;188;p4:notes"/>
          <p:cNvSpPr txBox="1"/>
          <p:nvPr>
            <p:ph idx="1" type="body"/>
          </p:nvPr>
        </p:nvSpPr>
        <p:spPr>
          <a:xfrm>
            <a:off x="755650" y="5145088"/>
            <a:ext cx="6048375" cy="42100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9" name="Google Shape;189;p4:notes"/>
          <p:cNvSpPr txBox="1"/>
          <p:nvPr>
            <p:ph idx="12" type="sldNum"/>
          </p:nvPr>
        </p:nvSpPr>
        <p:spPr>
          <a:xfrm>
            <a:off x="4281488" y="10155238"/>
            <a:ext cx="3276600" cy="536575"/>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6" name="Shape 196"/>
        <p:cNvGrpSpPr/>
        <p:nvPr/>
      </p:nvGrpSpPr>
      <p:grpSpPr>
        <a:xfrm>
          <a:off x="0" y="0"/>
          <a:ext cx="0" cy="0"/>
          <a:chOff x="0" y="0"/>
          <a:chExt cx="0" cy="0"/>
        </a:xfrm>
      </p:grpSpPr>
      <p:sp>
        <p:nvSpPr>
          <p:cNvPr id="197" name="Google Shape;197;p5:notes"/>
          <p:cNvSpPr/>
          <p:nvPr>
            <p:ph idx="2" type="sldImg"/>
          </p:nvPr>
        </p:nvSpPr>
        <p:spPr>
          <a:xfrm>
            <a:off x="573088" y="1336675"/>
            <a:ext cx="6413500" cy="3608388"/>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8" name="Google Shape;198;p5:notes"/>
          <p:cNvSpPr txBox="1"/>
          <p:nvPr>
            <p:ph idx="1" type="body"/>
          </p:nvPr>
        </p:nvSpPr>
        <p:spPr>
          <a:xfrm>
            <a:off x="755650" y="5145088"/>
            <a:ext cx="6048375" cy="42100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9" name="Google Shape;199;p5:notes"/>
          <p:cNvSpPr txBox="1"/>
          <p:nvPr>
            <p:ph idx="12" type="sldNum"/>
          </p:nvPr>
        </p:nvSpPr>
        <p:spPr>
          <a:xfrm>
            <a:off x="4281488" y="10155238"/>
            <a:ext cx="3276600" cy="536575"/>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6" name="Shape 236"/>
        <p:cNvGrpSpPr/>
        <p:nvPr/>
      </p:nvGrpSpPr>
      <p:grpSpPr>
        <a:xfrm>
          <a:off x="0" y="0"/>
          <a:ext cx="0" cy="0"/>
          <a:chOff x="0" y="0"/>
          <a:chExt cx="0" cy="0"/>
        </a:xfrm>
      </p:grpSpPr>
      <p:sp>
        <p:nvSpPr>
          <p:cNvPr id="237" name="Google Shape;237;p6:notes"/>
          <p:cNvSpPr/>
          <p:nvPr>
            <p:ph idx="2" type="sldImg"/>
          </p:nvPr>
        </p:nvSpPr>
        <p:spPr>
          <a:xfrm>
            <a:off x="573088" y="1336675"/>
            <a:ext cx="6413500" cy="3608388"/>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8" name="Google Shape;238;p6:notes"/>
          <p:cNvSpPr txBox="1"/>
          <p:nvPr>
            <p:ph idx="1" type="body"/>
          </p:nvPr>
        </p:nvSpPr>
        <p:spPr>
          <a:xfrm>
            <a:off x="755650" y="5145088"/>
            <a:ext cx="6048375" cy="42100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9" name="Google Shape;239;p6:notes"/>
          <p:cNvSpPr txBox="1"/>
          <p:nvPr>
            <p:ph idx="12" type="sldNum"/>
          </p:nvPr>
        </p:nvSpPr>
        <p:spPr>
          <a:xfrm>
            <a:off x="4281488" y="10155238"/>
            <a:ext cx="3276600" cy="536575"/>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6" name="Shape 246"/>
        <p:cNvGrpSpPr/>
        <p:nvPr/>
      </p:nvGrpSpPr>
      <p:grpSpPr>
        <a:xfrm>
          <a:off x="0" y="0"/>
          <a:ext cx="0" cy="0"/>
          <a:chOff x="0" y="0"/>
          <a:chExt cx="0" cy="0"/>
        </a:xfrm>
      </p:grpSpPr>
      <p:sp>
        <p:nvSpPr>
          <p:cNvPr id="247" name="Google Shape;247;p8:notes"/>
          <p:cNvSpPr txBox="1"/>
          <p:nvPr>
            <p:ph idx="1" type="body"/>
          </p:nvPr>
        </p:nvSpPr>
        <p:spPr>
          <a:xfrm>
            <a:off x="755650" y="5145088"/>
            <a:ext cx="6048375" cy="42100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8" name="Google Shape;248;p8:notes"/>
          <p:cNvSpPr/>
          <p:nvPr>
            <p:ph idx="2" type="sldImg"/>
          </p:nvPr>
        </p:nvSpPr>
        <p:spPr>
          <a:xfrm>
            <a:off x="573088" y="1336675"/>
            <a:ext cx="6413500" cy="3608388"/>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6" name="Shape 276"/>
        <p:cNvGrpSpPr/>
        <p:nvPr/>
      </p:nvGrpSpPr>
      <p:grpSpPr>
        <a:xfrm>
          <a:off x="0" y="0"/>
          <a:ext cx="0" cy="0"/>
          <a:chOff x="0" y="0"/>
          <a:chExt cx="0" cy="0"/>
        </a:xfrm>
      </p:grpSpPr>
      <p:sp>
        <p:nvSpPr>
          <p:cNvPr id="277" name="Google Shape;277;p9:notes"/>
          <p:cNvSpPr/>
          <p:nvPr>
            <p:ph idx="2" type="sldImg"/>
          </p:nvPr>
        </p:nvSpPr>
        <p:spPr>
          <a:xfrm>
            <a:off x="573088" y="1336675"/>
            <a:ext cx="6413500" cy="3608388"/>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78" name="Google Shape;278;p9:notes"/>
          <p:cNvSpPr txBox="1"/>
          <p:nvPr>
            <p:ph idx="1" type="body"/>
          </p:nvPr>
        </p:nvSpPr>
        <p:spPr>
          <a:xfrm>
            <a:off x="755650" y="5145088"/>
            <a:ext cx="6048375" cy="42100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9" name="Google Shape;279;p9:notes"/>
          <p:cNvSpPr txBox="1"/>
          <p:nvPr>
            <p:ph idx="12" type="sldNum"/>
          </p:nvPr>
        </p:nvSpPr>
        <p:spPr>
          <a:xfrm>
            <a:off x="4281488" y="10155238"/>
            <a:ext cx="3276600" cy="536575"/>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5" name="Shape 285"/>
        <p:cNvGrpSpPr/>
        <p:nvPr/>
      </p:nvGrpSpPr>
      <p:grpSpPr>
        <a:xfrm>
          <a:off x="0" y="0"/>
          <a:ext cx="0" cy="0"/>
          <a:chOff x="0" y="0"/>
          <a:chExt cx="0" cy="0"/>
        </a:xfrm>
      </p:grpSpPr>
      <p:sp>
        <p:nvSpPr>
          <p:cNvPr id="286" name="Google Shape;286;p10:notes"/>
          <p:cNvSpPr txBox="1"/>
          <p:nvPr>
            <p:ph idx="1" type="body"/>
          </p:nvPr>
        </p:nvSpPr>
        <p:spPr>
          <a:xfrm>
            <a:off x="755650" y="5145088"/>
            <a:ext cx="6048375" cy="42100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87" name="Google Shape;287;p10:notes"/>
          <p:cNvSpPr/>
          <p:nvPr>
            <p:ph idx="2" type="sldImg"/>
          </p:nvPr>
        </p:nvSpPr>
        <p:spPr>
          <a:xfrm>
            <a:off x="573088" y="1336675"/>
            <a:ext cx="6413500" cy="3608388"/>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3" name="Shape 293"/>
        <p:cNvGrpSpPr/>
        <p:nvPr/>
      </p:nvGrpSpPr>
      <p:grpSpPr>
        <a:xfrm>
          <a:off x="0" y="0"/>
          <a:ext cx="0" cy="0"/>
          <a:chOff x="0" y="0"/>
          <a:chExt cx="0" cy="0"/>
        </a:xfrm>
      </p:grpSpPr>
      <p:sp>
        <p:nvSpPr>
          <p:cNvPr id="294" name="Google Shape;294;p11:notes"/>
          <p:cNvSpPr txBox="1"/>
          <p:nvPr>
            <p:ph idx="1" type="body"/>
          </p:nvPr>
        </p:nvSpPr>
        <p:spPr>
          <a:xfrm>
            <a:off x="755650" y="5145088"/>
            <a:ext cx="6048375" cy="42100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95" name="Google Shape;295;p11:notes"/>
          <p:cNvSpPr/>
          <p:nvPr>
            <p:ph idx="2" type="sldImg"/>
          </p:nvPr>
        </p:nvSpPr>
        <p:spPr>
          <a:xfrm>
            <a:off x="573088" y="1336675"/>
            <a:ext cx="6413500" cy="3608388"/>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2" name="Shape 302"/>
        <p:cNvGrpSpPr/>
        <p:nvPr/>
      </p:nvGrpSpPr>
      <p:grpSpPr>
        <a:xfrm>
          <a:off x="0" y="0"/>
          <a:ext cx="0" cy="0"/>
          <a:chOff x="0" y="0"/>
          <a:chExt cx="0" cy="0"/>
        </a:xfrm>
      </p:grpSpPr>
      <p:sp>
        <p:nvSpPr>
          <p:cNvPr id="303" name="Google Shape;303;p12:notes"/>
          <p:cNvSpPr/>
          <p:nvPr>
            <p:ph idx="2" type="sldImg"/>
          </p:nvPr>
        </p:nvSpPr>
        <p:spPr>
          <a:xfrm>
            <a:off x="573088" y="1336675"/>
            <a:ext cx="6413500" cy="3608388"/>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04" name="Google Shape;304;p12:notes"/>
          <p:cNvSpPr txBox="1"/>
          <p:nvPr>
            <p:ph idx="1" type="body"/>
          </p:nvPr>
        </p:nvSpPr>
        <p:spPr>
          <a:xfrm>
            <a:off x="755650" y="5145088"/>
            <a:ext cx="6048375" cy="42100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05" name="Google Shape;305;p12:notes"/>
          <p:cNvSpPr txBox="1"/>
          <p:nvPr>
            <p:ph idx="12" type="sldNum"/>
          </p:nvPr>
        </p:nvSpPr>
        <p:spPr>
          <a:xfrm>
            <a:off x="4281488" y="10155238"/>
            <a:ext cx="3276600" cy="536575"/>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1" name="Shape 311"/>
        <p:cNvGrpSpPr/>
        <p:nvPr/>
      </p:nvGrpSpPr>
      <p:grpSpPr>
        <a:xfrm>
          <a:off x="0" y="0"/>
          <a:ext cx="0" cy="0"/>
          <a:chOff x="0" y="0"/>
          <a:chExt cx="0" cy="0"/>
        </a:xfrm>
      </p:grpSpPr>
      <p:sp>
        <p:nvSpPr>
          <p:cNvPr id="312" name="Google Shape;312;p13:notes"/>
          <p:cNvSpPr txBox="1"/>
          <p:nvPr>
            <p:ph idx="1" type="body"/>
          </p:nvPr>
        </p:nvSpPr>
        <p:spPr>
          <a:xfrm>
            <a:off x="755650" y="5145088"/>
            <a:ext cx="6048375" cy="42100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13" name="Google Shape;313;p13:notes"/>
          <p:cNvSpPr/>
          <p:nvPr>
            <p:ph idx="2" type="sldImg"/>
          </p:nvPr>
        </p:nvSpPr>
        <p:spPr>
          <a:xfrm>
            <a:off x="573088" y="1336675"/>
            <a:ext cx="6413500" cy="3608388"/>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0" name="Shape 320"/>
        <p:cNvGrpSpPr/>
        <p:nvPr/>
      </p:nvGrpSpPr>
      <p:grpSpPr>
        <a:xfrm>
          <a:off x="0" y="0"/>
          <a:ext cx="0" cy="0"/>
          <a:chOff x="0" y="0"/>
          <a:chExt cx="0" cy="0"/>
        </a:xfrm>
      </p:grpSpPr>
      <p:sp>
        <p:nvSpPr>
          <p:cNvPr id="321" name="Google Shape;321;p14:notes"/>
          <p:cNvSpPr txBox="1"/>
          <p:nvPr>
            <p:ph idx="1" type="body"/>
          </p:nvPr>
        </p:nvSpPr>
        <p:spPr>
          <a:xfrm>
            <a:off x="755650" y="5145088"/>
            <a:ext cx="6048375" cy="42100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22" name="Google Shape;322;p14:notes"/>
          <p:cNvSpPr/>
          <p:nvPr>
            <p:ph idx="2" type="sldImg"/>
          </p:nvPr>
        </p:nvSpPr>
        <p:spPr>
          <a:xfrm>
            <a:off x="573088" y="1336675"/>
            <a:ext cx="6413500" cy="3608388"/>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8" name="Shape 328"/>
        <p:cNvGrpSpPr/>
        <p:nvPr/>
      </p:nvGrpSpPr>
      <p:grpSpPr>
        <a:xfrm>
          <a:off x="0" y="0"/>
          <a:ext cx="0" cy="0"/>
          <a:chOff x="0" y="0"/>
          <a:chExt cx="0" cy="0"/>
        </a:xfrm>
      </p:grpSpPr>
      <p:sp>
        <p:nvSpPr>
          <p:cNvPr id="329" name="Google Shape;329;p15:notes"/>
          <p:cNvSpPr txBox="1"/>
          <p:nvPr>
            <p:ph idx="1" type="body"/>
          </p:nvPr>
        </p:nvSpPr>
        <p:spPr>
          <a:xfrm>
            <a:off x="755650" y="5145088"/>
            <a:ext cx="6048375" cy="42100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30" name="Google Shape;330;p15:notes"/>
          <p:cNvSpPr/>
          <p:nvPr>
            <p:ph idx="2" type="sldImg"/>
          </p:nvPr>
        </p:nvSpPr>
        <p:spPr>
          <a:xfrm>
            <a:off x="573088" y="1336675"/>
            <a:ext cx="6413500" cy="3608388"/>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6" name="Shape 336"/>
        <p:cNvGrpSpPr/>
        <p:nvPr/>
      </p:nvGrpSpPr>
      <p:grpSpPr>
        <a:xfrm>
          <a:off x="0" y="0"/>
          <a:ext cx="0" cy="0"/>
          <a:chOff x="0" y="0"/>
          <a:chExt cx="0" cy="0"/>
        </a:xfrm>
      </p:grpSpPr>
      <p:sp>
        <p:nvSpPr>
          <p:cNvPr id="337" name="Google Shape;337;p16:notes"/>
          <p:cNvSpPr txBox="1"/>
          <p:nvPr>
            <p:ph idx="1" type="body"/>
          </p:nvPr>
        </p:nvSpPr>
        <p:spPr>
          <a:xfrm>
            <a:off x="755650" y="5145088"/>
            <a:ext cx="6048375" cy="42100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38" name="Google Shape;338;p16:notes"/>
          <p:cNvSpPr/>
          <p:nvPr>
            <p:ph idx="2" type="sldImg"/>
          </p:nvPr>
        </p:nvSpPr>
        <p:spPr>
          <a:xfrm>
            <a:off x="573088" y="1336675"/>
            <a:ext cx="6413500" cy="3608388"/>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4" name="Shape 344"/>
        <p:cNvGrpSpPr/>
        <p:nvPr/>
      </p:nvGrpSpPr>
      <p:grpSpPr>
        <a:xfrm>
          <a:off x="0" y="0"/>
          <a:ext cx="0" cy="0"/>
          <a:chOff x="0" y="0"/>
          <a:chExt cx="0" cy="0"/>
        </a:xfrm>
      </p:grpSpPr>
      <p:sp>
        <p:nvSpPr>
          <p:cNvPr id="345" name="Google Shape;345;p18:notes"/>
          <p:cNvSpPr txBox="1"/>
          <p:nvPr>
            <p:ph idx="1" type="body"/>
          </p:nvPr>
        </p:nvSpPr>
        <p:spPr>
          <a:xfrm>
            <a:off x="755650" y="5145088"/>
            <a:ext cx="6048375" cy="42100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46" name="Google Shape;346;p18:notes"/>
          <p:cNvSpPr/>
          <p:nvPr>
            <p:ph idx="2" type="sldImg"/>
          </p:nvPr>
        </p:nvSpPr>
        <p:spPr>
          <a:xfrm>
            <a:off x="573088" y="1336675"/>
            <a:ext cx="6413500" cy="3608388"/>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4" name="Shape 364"/>
        <p:cNvGrpSpPr/>
        <p:nvPr/>
      </p:nvGrpSpPr>
      <p:grpSpPr>
        <a:xfrm>
          <a:off x="0" y="0"/>
          <a:ext cx="0" cy="0"/>
          <a:chOff x="0" y="0"/>
          <a:chExt cx="0" cy="0"/>
        </a:xfrm>
      </p:grpSpPr>
      <p:sp>
        <p:nvSpPr>
          <p:cNvPr id="365" name="Google Shape;365;p17:notes"/>
          <p:cNvSpPr txBox="1"/>
          <p:nvPr>
            <p:ph idx="1" type="body"/>
          </p:nvPr>
        </p:nvSpPr>
        <p:spPr>
          <a:xfrm>
            <a:off x="755650" y="5145088"/>
            <a:ext cx="6048375" cy="42100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66" name="Google Shape;366;p17:notes"/>
          <p:cNvSpPr/>
          <p:nvPr>
            <p:ph idx="2" type="sldImg"/>
          </p:nvPr>
        </p:nvSpPr>
        <p:spPr>
          <a:xfrm>
            <a:off x="573088" y="1336675"/>
            <a:ext cx="6413500" cy="3608388"/>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5" name="Shape 565"/>
        <p:cNvGrpSpPr/>
        <p:nvPr/>
      </p:nvGrpSpPr>
      <p:grpSpPr>
        <a:xfrm>
          <a:off x="0" y="0"/>
          <a:ext cx="0" cy="0"/>
          <a:chOff x="0" y="0"/>
          <a:chExt cx="0" cy="0"/>
        </a:xfrm>
      </p:grpSpPr>
      <p:sp>
        <p:nvSpPr>
          <p:cNvPr id="566" name="Google Shape;566;p19:notes"/>
          <p:cNvSpPr/>
          <p:nvPr>
            <p:ph idx="2" type="sldImg"/>
          </p:nvPr>
        </p:nvSpPr>
        <p:spPr>
          <a:xfrm>
            <a:off x="573088" y="1336675"/>
            <a:ext cx="6413500" cy="3608388"/>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67" name="Google Shape;567;p19:notes"/>
          <p:cNvSpPr txBox="1"/>
          <p:nvPr>
            <p:ph idx="1" type="body"/>
          </p:nvPr>
        </p:nvSpPr>
        <p:spPr>
          <a:xfrm>
            <a:off x="755650" y="5145088"/>
            <a:ext cx="6048375" cy="42100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68" name="Google Shape;568;p19:notes"/>
          <p:cNvSpPr txBox="1"/>
          <p:nvPr>
            <p:ph idx="12" type="sldNum"/>
          </p:nvPr>
        </p:nvSpPr>
        <p:spPr>
          <a:xfrm>
            <a:off x="4281488" y="10155238"/>
            <a:ext cx="3276600" cy="536575"/>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4" name="Shape 574"/>
        <p:cNvGrpSpPr/>
        <p:nvPr/>
      </p:nvGrpSpPr>
      <p:grpSpPr>
        <a:xfrm>
          <a:off x="0" y="0"/>
          <a:ext cx="0" cy="0"/>
          <a:chOff x="0" y="0"/>
          <a:chExt cx="0" cy="0"/>
        </a:xfrm>
      </p:grpSpPr>
      <p:sp>
        <p:nvSpPr>
          <p:cNvPr id="575" name="Google Shape;575;p20:notes"/>
          <p:cNvSpPr txBox="1"/>
          <p:nvPr>
            <p:ph idx="1" type="body"/>
          </p:nvPr>
        </p:nvSpPr>
        <p:spPr>
          <a:xfrm>
            <a:off x="755650" y="5145088"/>
            <a:ext cx="6048375" cy="42100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76" name="Google Shape;576;p20:notes"/>
          <p:cNvSpPr/>
          <p:nvPr>
            <p:ph idx="2" type="sldImg"/>
          </p:nvPr>
        </p:nvSpPr>
        <p:spPr>
          <a:xfrm>
            <a:off x="573088" y="1336675"/>
            <a:ext cx="6413500" cy="3608388"/>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2" name="Shape 582"/>
        <p:cNvGrpSpPr/>
        <p:nvPr/>
      </p:nvGrpSpPr>
      <p:grpSpPr>
        <a:xfrm>
          <a:off x="0" y="0"/>
          <a:ext cx="0" cy="0"/>
          <a:chOff x="0" y="0"/>
          <a:chExt cx="0" cy="0"/>
        </a:xfrm>
      </p:grpSpPr>
      <p:sp>
        <p:nvSpPr>
          <p:cNvPr id="583" name="Google Shape;583;p21:notes"/>
          <p:cNvSpPr txBox="1"/>
          <p:nvPr>
            <p:ph idx="1" type="body"/>
          </p:nvPr>
        </p:nvSpPr>
        <p:spPr>
          <a:xfrm>
            <a:off x="755650" y="5145088"/>
            <a:ext cx="6048375" cy="42100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84" name="Google Shape;584;p21:notes"/>
          <p:cNvSpPr/>
          <p:nvPr>
            <p:ph idx="2" type="sldImg"/>
          </p:nvPr>
        </p:nvSpPr>
        <p:spPr>
          <a:xfrm>
            <a:off x="573088" y="1336675"/>
            <a:ext cx="6413500" cy="3608388"/>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1" name="Shape 591"/>
        <p:cNvGrpSpPr/>
        <p:nvPr/>
      </p:nvGrpSpPr>
      <p:grpSpPr>
        <a:xfrm>
          <a:off x="0" y="0"/>
          <a:ext cx="0" cy="0"/>
          <a:chOff x="0" y="0"/>
          <a:chExt cx="0" cy="0"/>
        </a:xfrm>
      </p:grpSpPr>
      <p:sp>
        <p:nvSpPr>
          <p:cNvPr id="592" name="Google Shape;592;p22:notes"/>
          <p:cNvSpPr txBox="1"/>
          <p:nvPr>
            <p:ph idx="1" type="body"/>
          </p:nvPr>
        </p:nvSpPr>
        <p:spPr>
          <a:xfrm>
            <a:off x="755650" y="5145088"/>
            <a:ext cx="6048375" cy="42100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93" name="Google Shape;593;p22:notes"/>
          <p:cNvSpPr/>
          <p:nvPr>
            <p:ph idx="2" type="sldImg"/>
          </p:nvPr>
        </p:nvSpPr>
        <p:spPr>
          <a:xfrm>
            <a:off x="573088" y="1336675"/>
            <a:ext cx="6413500" cy="3608388"/>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5" name="Shape 615"/>
        <p:cNvGrpSpPr/>
        <p:nvPr/>
      </p:nvGrpSpPr>
      <p:grpSpPr>
        <a:xfrm>
          <a:off x="0" y="0"/>
          <a:ext cx="0" cy="0"/>
          <a:chOff x="0" y="0"/>
          <a:chExt cx="0" cy="0"/>
        </a:xfrm>
      </p:grpSpPr>
      <p:sp>
        <p:nvSpPr>
          <p:cNvPr id="616" name="Google Shape;616;p23:notes"/>
          <p:cNvSpPr txBox="1"/>
          <p:nvPr>
            <p:ph idx="1" type="body"/>
          </p:nvPr>
        </p:nvSpPr>
        <p:spPr>
          <a:xfrm>
            <a:off x="755650" y="5145088"/>
            <a:ext cx="6048375" cy="42100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17" name="Google Shape;617;p23:notes"/>
          <p:cNvSpPr/>
          <p:nvPr>
            <p:ph idx="2" type="sldImg"/>
          </p:nvPr>
        </p:nvSpPr>
        <p:spPr>
          <a:xfrm>
            <a:off x="573088" y="1336675"/>
            <a:ext cx="6413500" cy="3608388"/>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4" name="Shape 624"/>
        <p:cNvGrpSpPr/>
        <p:nvPr/>
      </p:nvGrpSpPr>
      <p:grpSpPr>
        <a:xfrm>
          <a:off x="0" y="0"/>
          <a:ext cx="0" cy="0"/>
          <a:chOff x="0" y="0"/>
          <a:chExt cx="0" cy="0"/>
        </a:xfrm>
      </p:grpSpPr>
      <p:sp>
        <p:nvSpPr>
          <p:cNvPr id="625" name="Google Shape;625;p24:notes"/>
          <p:cNvSpPr txBox="1"/>
          <p:nvPr>
            <p:ph idx="1" type="body"/>
          </p:nvPr>
        </p:nvSpPr>
        <p:spPr>
          <a:xfrm>
            <a:off x="755650" y="5145088"/>
            <a:ext cx="6048375" cy="42100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26" name="Google Shape;626;p24:notes"/>
          <p:cNvSpPr/>
          <p:nvPr>
            <p:ph idx="2" type="sldImg"/>
          </p:nvPr>
        </p:nvSpPr>
        <p:spPr>
          <a:xfrm>
            <a:off x="573088" y="1336675"/>
            <a:ext cx="6413500" cy="3608388"/>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2" name="Shape 632"/>
        <p:cNvGrpSpPr/>
        <p:nvPr/>
      </p:nvGrpSpPr>
      <p:grpSpPr>
        <a:xfrm>
          <a:off x="0" y="0"/>
          <a:ext cx="0" cy="0"/>
          <a:chOff x="0" y="0"/>
          <a:chExt cx="0" cy="0"/>
        </a:xfrm>
      </p:grpSpPr>
      <p:sp>
        <p:nvSpPr>
          <p:cNvPr id="633" name="Google Shape;633;p25:notes"/>
          <p:cNvSpPr txBox="1"/>
          <p:nvPr>
            <p:ph idx="1" type="body"/>
          </p:nvPr>
        </p:nvSpPr>
        <p:spPr>
          <a:xfrm>
            <a:off x="755650" y="5145088"/>
            <a:ext cx="6048375" cy="42100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34" name="Google Shape;634;p25:notes"/>
          <p:cNvSpPr/>
          <p:nvPr>
            <p:ph idx="2" type="sldImg"/>
          </p:nvPr>
        </p:nvSpPr>
        <p:spPr>
          <a:xfrm>
            <a:off x="573088" y="1336675"/>
            <a:ext cx="6413500" cy="3608388"/>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1" name="Shape 641"/>
        <p:cNvGrpSpPr/>
        <p:nvPr/>
      </p:nvGrpSpPr>
      <p:grpSpPr>
        <a:xfrm>
          <a:off x="0" y="0"/>
          <a:ext cx="0" cy="0"/>
          <a:chOff x="0" y="0"/>
          <a:chExt cx="0" cy="0"/>
        </a:xfrm>
      </p:grpSpPr>
      <p:sp>
        <p:nvSpPr>
          <p:cNvPr id="642" name="Google Shape;642;p26:notes"/>
          <p:cNvSpPr txBox="1"/>
          <p:nvPr>
            <p:ph idx="1" type="body"/>
          </p:nvPr>
        </p:nvSpPr>
        <p:spPr>
          <a:xfrm>
            <a:off x="755650" y="5145088"/>
            <a:ext cx="6048375" cy="42100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43" name="Google Shape;643;p26:notes"/>
          <p:cNvSpPr/>
          <p:nvPr>
            <p:ph idx="2" type="sldImg"/>
          </p:nvPr>
        </p:nvSpPr>
        <p:spPr>
          <a:xfrm>
            <a:off x="573088" y="1336675"/>
            <a:ext cx="6413500" cy="3608388"/>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1" name="Shape 651"/>
        <p:cNvGrpSpPr/>
        <p:nvPr/>
      </p:nvGrpSpPr>
      <p:grpSpPr>
        <a:xfrm>
          <a:off x="0" y="0"/>
          <a:ext cx="0" cy="0"/>
          <a:chOff x="0" y="0"/>
          <a:chExt cx="0" cy="0"/>
        </a:xfrm>
      </p:grpSpPr>
      <p:sp>
        <p:nvSpPr>
          <p:cNvPr id="652" name="Google Shape;652;p27:notes"/>
          <p:cNvSpPr txBox="1"/>
          <p:nvPr>
            <p:ph idx="1" type="body"/>
          </p:nvPr>
        </p:nvSpPr>
        <p:spPr>
          <a:xfrm>
            <a:off x="755650" y="5145088"/>
            <a:ext cx="6048375" cy="42100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53" name="Google Shape;653;p27:notes"/>
          <p:cNvSpPr/>
          <p:nvPr>
            <p:ph idx="2" type="sldImg"/>
          </p:nvPr>
        </p:nvSpPr>
        <p:spPr>
          <a:xfrm>
            <a:off x="573088" y="1336675"/>
            <a:ext cx="6413500" cy="3608388"/>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1" name="Shape 661"/>
        <p:cNvGrpSpPr/>
        <p:nvPr/>
      </p:nvGrpSpPr>
      <p:grpSpPr>
        <a:xfrm>
          <a:off x="0" y="0"/>
          <a:ext cx="0" cy="0"/>
          <a:chOff x="0" y="0"/>
          <a:chExt cx="0" cy="0"/>
        </a:xfrm>
      </p:grpSpPr>
      <p:sp>
        <p:nvSpPr>
          <p:cNvPr id="662" name="Google Shape;662;p28:notes"/>
          <p:cNvSpPr txBox="1"/>
          <p:nvPr>
            <p:ph idx="1" type="body"/>
          </p:nvPr>
        </p:nvSpPr>
        <p:spPr>
          <a:xfrm>
            <a:off x="755650" y="5145088"/>
            <a:ext cx="6048375" cy="42100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63" name="Google Shape;663;p28:notes"/>
          <p:cNvSpPr/>
          <p:nvPr>
            <p:ph idx="2" type="sldImg"/>
          </p:nvPr>
        </p:nvSpPr>
        <p:spPr>
          <a:xfrm>
            <a:off x="573088" y="1336675"/>
            <a:ext cx="6413500" cy="3608388"/>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7" name="Shape 677"/>
        <p:cNvGrpSpPr/>
        <p:nvPr/>
      </p:nvGrpSpPr>
      <p:grpSpPr>
        <a:xfrm>
          <a:off x="0" y="0"/>
          <a:ext cx="0" cy="0"/>
          <a:chOff x="0" y="0"/>
          <a:chExt cx="0" cy="0"/>
        </a:xfrm>
      </p:grpSpPr>
      <p:sp>
        <p:nvSpPr>
          <p:cNvPr id="678" name="Google Shape;678;p29:notes"/>
          <p:cNvSpPr txBox="1"/>
          <p:nvPr>
            <p:ph idx="1" type="body"/>
          </p:nvPr>
        </p:nvSpPr>
        <p:spPr>
          <a:xfrm>
            <a:off x="755650" y="5145088"/>
            <a:ext cx="6048375" cy="42100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79" name="Google Shape;679;p29:notes"/>
          <p:cNvSpPr/>
          <p:nvPr>
            <p:ph idx="2" type="sldImg"/>
          </p:nvPr>
        </p:nvSpPr>
        <p:spPr>
          <a:xfrm>
            <a:off x="573088" y="1336675"/>
            <a:ext cx="6413500" cy="3608388"/>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4" name="Shape 684"/>
        <p:cNvGrpSpPr/>
        <p:nvPr/>
      </p:nvGrpSpPr>
      <p:grpSpPr>
        <a:xfrm>
          <a:off x="0" y="0"/>
          <a:ext cx="0" cy="0"/>
          <a:chOff x="0" y="0"/>
          <a:chExt cx="0" cy="0"/>
        </a:xfrm>
      </p:grpSpPr>
      <p:sp>
        <p:nvSpPr>
          <p:cNvPr id="685" name="Google Shape;685;p30:notes"/>
          <p:cNvSpPr/>
          <p:nvPr>
            <p:ph idx="2" type="sldImg"/>
          </p:nvPr>
        </p:nvSpPr>
        <p:spPr>
          <a:xfrm>
            <a:off x="573088" y="1336675"/>
            <a:ext cx="6413500" cy="3608388"/>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86" name="Google Shape;686;p30:notes"/>
          <p:cNvSpPr txBox="1"/>
          <p:nvPr>
            <p:ph idx="1" type="body"/>
          </p:nvPr>
        </p:nvSpPr>
        <p:spPr>
          <a:xfrm>
            <a:off x="755650" y="5145088"/>
            <a:ext cx="6048375" cy="42100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87" name="Google Shape;687;p30:notes"/>
          <p:cNvSpPr txBox="1"/>
          <p:nvPr>
            <p:ph idx="12" type="sldNum"/>
          </p:nvPr>
        </p:nvSpPr>
        <p:spPr>
          <a:xfrm>
            <a:off x="4281488" y="10155238"/>
            <a:ext cx="3276600" cy="536575"/>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2" name="Shape 692"/>
        <p:cNvGrpSpPr/>
        <p:nvPr/>
      </p:nvGrpSpPr>
      <p:grpSpPr>
        <a:xfrm>
          <a:off x="0" y="0"/>
          <a:ext cx="0" cy="0"/>
          <a:chOff x="0" y="0"/>
          <a:chExt cx="0" cy="0"/>
        </a:xfrm>
      </p:grpSpPr>
      <p:sp>
        <p:nvSpPr>
          <p:cNvPr id="693" name="Google Shape;693;p31:notes"/>
          <p:cNvSpPr txBox="1"/>
          <p:nvPr>
            <p:ph idx="1" type="body"/>
          </p:nvPr>
        </p:nvSpPr>
        <p:spPr>
          <a:xfrm>
            <a:off x="755650" y="5145088"/>
            <a:ext cx="6048375" cy="42100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94" name="Google Shape;694;p31:notes"/>
          <p:cNvSpPr/>
          <p:nvPr>
            <p:ph idx="2" type="sldImg"/>
          </p:nvPr>
        </p:nvSpPr>
        <p:spPr>
          <a:xfrm>
            <a:off x="573088" y="1336675"/>
            <a:ext cx="6413500" cy="3608388"/>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8" name="Shape 698"/>
        <p:cNvGrpSpPr/>
        <p:nvPr/>
      </p:nvGrpSpPr>
      <p:grpSpPr>
        <a:xfrm>
          <a:off x="0" y="0"/>
          <a:ext cx="0" cy="0"/>
          <a:chOff x="0" y="0"/>
          <a:chExt cx="0" cy="0"/>
        </a:xfrm>
      </p:grpSpPr>
      <p:sp>
        <p:nvSpPr>
          <p:cNvPr id="699" name="Google Shape;699;p32:notes"/>
          <p:cNvSpPr txBox="1"/>
          <p:nvPr>
            <p:ph idx="1" type="body"/>
          </p:nvPr>
        </p:nvSpPr>
        <p:spPr>
          <a:xfrm>
            <a:off x="755650" y="5145088"/>
            <a:ext cx="6048375" cy="42100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00" name="Google Shape;700;p32:notes"/>
          <p:cNvSpPr/>
          <p:nvPr>
            <p:ph idx="2" type="sldImg"/>
          </p:nvPr>
        </p:nvSpPr>
        <p:spPr>
          <a:xfrm>
            <a:off x="573088" y="1336675"/>
            <a:ext cx="6413500" cy="3608388"/>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3" name="Shape 723"/>
        <p:cNvGrpSpPr/>
        <p:nvPr/>
      </p:nvGrpSpPr>
      <p:grpSpPr>
        <a:xfrm>
          <a:off x="0" y="0"/>
          <a:ext cx="0" cy="0"/>
          <a:chOff x="0" y="0"/>
          <a:chExt cx="0" cy="0"/>
        </a:xfrm>
      </p:grpSpPr>
      <p:sp>
        <p:nvSpPr>
          <p:cNvPr id="724" name="Google Shape;724;p33:notes"/>
          <p:cNvSpPr txBox="1"/>
          <p:nvPr>
            <p:ph idx="1" type="body"/>
          </p:nvPr>
        </p:nvSpPr>
        <p:spPr>
          <a:xfrm>
            <a:off x="755650" y="5145088"/>
            <a:ext cx="6048375" cy="42100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25" name="Google Shape;725;p33:notes"/>
          <p:cNvSpPr/>
          <p:nvPr>
            <p:ph idx="2" type="sldImg"/>
          </p:nvPr>
        </p:nvSpPr>
        <p:spPr>
          <a:xfrm>
            <a:off x="573088" y="1336675"/>
            <a:ext cx="6413500" cy="3608388"/>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0" name="Shape 730"/>
        <p:cNvGrpSpPr/>
        <p:nvPr/>
      </p:nvGrpSpPr>
      <p:grpSpPr>
        <a:xfrm>
          <a:off x="0" y="0"/>
          <a:ext cx="0" cy="0"/>
          <a:chOff x="0" y="0"/>
          <a:chExt cx="0" cy="0"/>
        </a:xfrm>
      </p:grpSpPr>
      <p:sp>
        <p:nvSpPr>
          <p:cNvPr id="731" name="Google Shape;731;p34:notes"/>
          <p:cNvSpPr txBox="1"/>
          <p:nvPr>
            <p:ph idx="1" type="body"/>
          </p:nvPr>
        </p:nvSpPr>
        <p:spPr>
          <a:xfrm>
            <a:off x="755650" y="5145088"/>
            <a:ext cx="6048375" cy="42100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32" name="Google Shape;732;p34:notes"/>
          <p:cNvSpPr/>
          <p:nvPr>
            <p:ph idx="2" type="sldImg"/>
          </p:nvPr>
        </p:nvSpPr>
        <p:spPr>
          <a:xfrm>
            <a:off x="573088" y="1336675"/>
            <a:ext cx="6413500" cy="3608388"/>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7" name="Shape 737"/>
        <p:cNvGrpSpPr/>
        <p:nvPr/>
      </p:nvGrpSpPr>
      <p:grpSpPr>
        <a:xfrm>
          <a:off x="0" y="0"/>
          <a:ext cx="0" cy="0"/>
          <a:chOff x="0" y="0"/>
          <a:chExt cx="0" cy="0"/>
        </a:xfrm>
      </p:grpSpPr>
      <p:sp>
        <p:nvSpPr>
          <p:cNvPr id="738" name="Google Shape;738;p35:notes"/>
          <p:cNvSpPr txBox="1"/>
          <p:nvPr>
            <p:ph idx="1" type="body"/>
          </p:nvPr>
        </p:nvSpPr>
        <p:spPr>
          <a:xfrm>
            <a:off x="755650" y="5145088"/>
            <a:ext cx="6048375" cy="42100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39" name="Google Shape;739;p35:notes"/>
          <p:cNvSpPr/>
          <p:nvPr>
            <p:ph idx="2" type="sldImg"/>
          </p:nvPr>
        </p:nvSpPr>
        <p:spPr>
          <a:xfrm>
            <a:off x="573088" y="1336675"/>
            <a:ext cx="6413500" cy="3608388"/>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6" name="Shape 746"/>
        <p:cNvGrpSpPr/>
        <p:nvPr/>
      </p:nvGrpSpPr>
      <p:grpSpPr>
        <a:xfrm>
          <a:off x="0" y="0"/>
          <a:ext cx="0" cy="0"/>
          <a:chOff x="0" y="0"/>
          <a:chExt cx="0" cy="0"/>
        </a:xfrm>
      </p:grpSpPr>
      <p:sp>
        <p:nvSpPr>
          <p:cNvPr id="747" name="Google Shape;747;p36:notes"/>
          <p:cNvSpPr txBox="1"/>
          <p:nvPr>
            <p:ph idx="1" type="body"/>
          </p:nvPr>
        </p:nvSpPr>
        <p:spPr>
          <a:xfrm>
            <a:off x="755650" y="5145088"/>
            <a:ext cx="6048375" cy="42100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48" name="Google Shape;748;p36:notes"/>
          <p:cNvSpPr/>
          <p:nvPr>
            <p:ph idx="2" type="sldImg"/>
          </p:nvPr>
        </p:nvSpPr>
        <p:spPr>
          <a:xfrm>
            <a:off x="573088" y="1336675"/>
            <a:ext cx="6413500" cy="3608388"/>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4" name="Shape 754"/>
        <p:cNvGrpSpPr/>
        <p:nvPr/>
      </p:nvGrpSpPr>
      <p:grpSpPr>
        <a:xfrm>
          <a:off x="0" y="0"/>
          <a:ext cx="0" cy="0"/>
          <a:chOff x="0" y="0"/>
          <a:chExt cx="0" cy="0"/>
        </a:xfrm>
      </p:grpSpPr>
      <p:sp>
        <p:nvSpPr>
          <p:cNvPr id="755" name="Google Shape;755;p37:notes"/>
          <p:cNvSpPr txBox="1"/>
          <p:nvPr>
            <p:ph idx="1" type="body"/>
          </p:nvPr>
        </p:nvSpPr>
        <p:spPr>
          <a:xfrm>
            <a:off x="755650" y="5145088"/>
            <a:ext cx="6048375" cy="42100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56" name="Google Shape;756;p37:notes"/>
          <p:cNvSpPr/>
          <p:nvPr>
            <p:ph idx="2" type="sldImg"/>
          </p:nvPr>
        </p:nvSpPr>
        <p:spPr>
          <a:xfrm>
            <a:off x="573088" y="1336675"/>
            <a:ext cx="6413500" cy="3608388"/>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2" name="Shape 762"/>
        <p:cNvGrpSpPr/>
        <p:nvPr/>
      </p:nvGrpSpPr>
      <p:grpSpPr>
        <a:xfrm>
          <a:off x="0" y="0"/>
          <a:ext cx="0" cy="0"/>
          <a:chOff x="0" y="0"/>
          <a:chExt cx="0" cy="0"/>
        </a:xfrm>
      </p:grpSpPr>
      <p:sp>
        <p:nvSpPr>
          <p:cNvPr id="763" name="Google Shape;763;g3f825c83de6_0_3:notes"/>
          <p:cNvSpPr txBox="1"/>
          <p:nvPr>
            <p:ph idx="1" type="body"/>
          </p:nvPr>
        </p:nvSpPr>
        <p:spPr>
          <a:xfrm>
            <a:off x="755650" y="5145088"/>
            <a:ext cx="6048300" cy="42102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64" name="Google Shape;764;g3f825c83de6_0_3:notes"/>
          <p:cNvSpPr/>
          <p:nvPr>
            <p:ph idx="2" type="sldImg"/>
          </p:nvPr>
        </p:nvSpPr>
        <p:spPr>
          <a:xfrm>
            <a:off x="573088" y="1336675"/>
            <a:ext cx="6413400" cy="36084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Slide" type="blank">
  <p:cSld name="BLANK">
    <p:spTree>
      <p:nvGrpSpPr>
        <p:cNvPr id="12" name="Shape 12"/>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x">
  <p:cSld name="TITLE_AND_BODY">
    <p:spTree>
      <p:nvGrpSpPr>
        <p:cNvPr id="13" name="Shape 13"/>
        <p:cNvGrpSpPr/>
        <p:nvPr/>
      </p:nvGrpSpPr>
      <p:grpSpPr>
        <a:xfrm>
          <a:off x="0" y="0"/>
          <a:ext cx="0" cy="0"/>
          <a:chOff x="0" y="0"/>
          <a:chExt cx="0" cy="0"/>
        </a:xfrm>
      </p:grpSpPr>
      <p:sp>
        <p:nvSpPr>
          <p:cNvPr id="14" name="Google Shape;14;p48"/>
          <p:cNvSpPr txBox="1"/>
          <p:nvPr>
            <p:ph type="title"/>
          </p:nvPr>
        </p:nvSpPr>
        <p:spPr>
          <a:xfrm>
            <a:off x="609480" y="273600"/>
            <a:ext cx="10972440" cy="1144800"/>
          </a:xfrm>
          <a:prstGeom prst="rect">
            <a:avLst/>
          </a:prstGeom>
          <a:noFill/>
          <a:ln>
            <a:noFill/>
          </a:ln>
        </p:spPr>
        <p:txBody>
          <a:bodyPr anchorCtr="0" anchor="ctr" bIns="0" lIns="0" spcFirstLastPara="1" rIns="0" wrap="square" tIns="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5" name="Google Shape;15;p48"/>
          <p:cNvSpPr txBox="1"/>
          <p:nvPr>
            <p:ph idx="1" type="subTitle"/>
          </p:nvPr>
        </p:nvSpPr>
        <p:spPr>
          <a:xfrm>
            <a:off x="609480" y="1604520"/>
            <a:ext cx="10972440" cy="3977280"/>
          </a:xfrm>
          <a:prstGeom prst="rect">
            <a:avLst/>
          </a:prstGeom>
          <a:noFill/>
          <a:ln>
            <a:noFill/>
          </a:ln>
        </p:spPr>
        <p:txBody>
          <a:bodyPr anchorCtr="0" anchor="ctr" bIns="0" lIns="0" spcFirstLastPara="1" rIns="0" wrap="square" tIns="0">
            <a:noAutofit/>
          </a:bodyPr>
          <a:lstStyle>
            <a:lvl1pPr lvl="0" algn="l">
              <a:lnSpc>
                <a:spcPct val="90000"/>
              </a:lnSpc>
              <a:spcBef>
                <a:spcPts val="1000"/>
              </a:spcBef>
              <a:spcAft>
                <a:spcPts val="0"/>
              </a:spcAft>
              <a:buClr>
                <a:schemeClr val="dk1"/>
              </a:buClr>
              <a:buSzPts val="1800"/>
              <a:buChar char="•"/>
              <a:defRPr/>
            </a:lvl1pPr>
            <a:lvl2pPr lvl="1" algn="l">
              <a:lnSpc>
                <a:spcPct val="90000"/>
              </a:lnSpc>
              <a:spcBef>
                <a:spcPts val="500"/>
              </a:spcBef>
              <a:spcAft>
                <a:spcPts val="0"/>
              </a:spcAft>
              <a:buClr>
                <a:schemeClr val="dk1"/>
              </a:buClr>
              <a:buSzPts val="1800"/>
              <a:buChar char="•"/>
              <a:defRPr/>
            </a:lvl2pPr>
            <a:lvl3pPr lvl="2" algn="l">
              <a:lnSpc>
                <a:spcPct val="90000"/>
              </a:lnSpc>
              <a:spcBef>
                <a:spcPts val="500"/>
              </a:spcBef>
              <a:spcAft>
                <a:spcPts val="0"/>
              </a:spcAft>
              <a:buClr>
                <a:schemeClr val="dk1"/>
              </a:buClr>
              <a:buSzPts val="1800"/>
              <a:buChar char="•"/>
              <a:defRPr/>
            </a:lvl3pPr>
            <a:lvl4pPr lvl="3" algn="l">
              <a:lnSpc>
                <a:spcPct val="90000"/>
              </a:lnSpc>
              <a:spcBef>
                <a:spcPts val="500"/>
              </a:spcBef>
              <a:spcAft>
                <a:spcPts val="0"/>
              </a:spcAft>
              <a:buClr>
                <a:schemeClr val="dk1"/>
              </a:buClr>
              <a:buSzPts val="1800"/>
              <a:buChar char="•"/>
              <a:defRPr/>
            </a:lvl4pPr>
            <a:lvl5pPr lvl="4" algn="l">
              <a:lnSpc>
                <a:spcPct val="90000"/>
              </a:lnSpc>
              <a:spcBef>
                <a:spcPts val="500"/>
              </a:spcBef>
              <a:spcAft>
                <a:spcPts val="0"/>
              </a:spcAft>
              <a:buClr>
                <a:schemeClr val="dk1"/>
              </a:buClr>
              <a:buSzPts val="1800"/>
              <a:buChar char="•"/>
              <a:defRPr/>
            </a:lvl5pPr>
            <a:lvl6pPr lvl="5" algn="l">
              <a:lnSpc>
                <a:spcPct val="90000"/>
              </a:lnSpc>
              <a:spcBef>
                <a:spcPts val="500"/>
              </a:spcBef>
              <a:spcAft>
                <a:spcPts val="0"/>
              </a:spcAft>
              <a:buClr>
                <a:schemeClr val="dk1"/>
              </a:buClr>
              <a:buSzPts val="1800"/>
              <a:buChar char="•"/>
              <a:defRPr/>
            </a:lvl6pPr>
            <a:lvl7pPr lvl="6" algn="l">
              <a:lnSpc>
                <a:spcPct val="90000"/>
              </a:lnSpc>
              <a:spcBef>
                <a:spcPts val="500"/>
              </a:spcBef>
              <a:spcAft>
                <a:spcPts val="0"/>
              </a:spcAft>
              <a:buClr>
                <a:schemeClr val="dk1"/>
              </a:buClr>
              <a:buSzPts val="1800"/>
              <a:buChar char="•"/>
              <a:defRPr/>
            </a:lvl7pPr>
            <a:lvl8pPr lvl="7" algn="l">
              <a:lnSpc>
                <a:spcPct val="90000"/>
              </a:lnSpc>
              <a:spcBef>
                <a:spcPts val="500"/>
              </a:spcBef>
              <a:spcAft>
                <a:spcPts val="0"/>
              </a:spcAft>
              <a:buClr>
                <a:schemeClr val="dk1"/>
              </a:buClr>
              <a:buSzPts val="1800"/>
              <a:buChar char="•"/>
              <a:defRPr/>
            </a:lvl8pPr>
            <a:lvl9pPr lvl="8"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Content" type="obj">
  <p:cSld name="OBJECT">
    <p:spTree>
      <p:nvGrpSpPr>
        <p:cNvPr id="16" name="Shape 16"/>
        <p:cNvGrpSpPr/>
        <p:nvPr/>
      </p:nvGrpSpPr>
      <p:grpSpPr>
        <a:xfrm>
          <a:off x="0" y="0"/>
          <a:ext cx="0" cy="0"/>
          <a:chOff x="0" y="0"/>
          <a:chExt cx="0" cy="0"/>
        </a:xfrm>
      </p:grpSpPr>
      <p:sp>
        <p:nvSpPr>
          <p:cNvPr id="17" name="Google Shape;17;p49"/>
          <p:cNvSpPr txBox="1"/>
          <p:nvPr>
            <p:ph type="title"/>
          </p:nvPr>
        </p:nvSpPr>
        <p:spPr>
          <a:xfrm>
            <a:off x="609480" y="273600"/>
            <a:ext cx="10972440" cy="1144800"/>
          </a:xfrm>
          <a:prstGeom prst="rect">
            <a:avLst/>
          </a:prstGeom>
          <a:noFill/>
          <a:ln>
            <a:noFill/>
          </a:ln>
        </p:spPr>
        <p:txBody>
          <a:bodyPr anchorCtr="0" anchor="ctr" bIns="0" lIns="0" spcFirstLastPara="1" rIns="0" wrap="square" tIns="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8" name="Google Shape;18;p49"/>
          <p:cNvSpPr txBox="1"/>
          <p:nvPr>
            <p:ph idx="1" type="body"/>
          </p:nvPr>
        </p:nvSpPr>
        <p:spPr>
          <a:xfrm>
            <a:off x="609480" y="1604520"/>
            <a:ext cx="10972440" cy="397728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2 Content" type="twoObj">
  <p:cSld name="TWO_OBJECTS">
    <p:spTree>
      <p:nvGrpSpPr>
        <p:cNvPr id="19" name="Shape 19"/>
        <p:cNvGrpSpPr/>
        <p:nvPr/>
      </p:nvGrpSpPr>
      <p:grpSpPr>
        <a:xfrm>
          <a:off x="0" y="0"/>
          <a:ext cx="0" cy="0"/>
          <a:chOff x="0" y="0"/>
          <a:chExt cx="0" cy="0"/>
        </a:xfrm>
      </p:grpSpPr>
      <p:sp>
        <p:nvSpPr>
          <p:cNvPr id="20" name="Google Shape;20;p50"/>
          <p:cNvSpPr txBox="1"/>
          <p:nvPr>
            <p:ph type="title"/>
          </p:nvPr>
        </p:nvSpPr>
        <p:spPr>
          <a:xfrm>
            <a:off x="609480" y="273600"/>
            <a:ext cx="10972440" cy="1144800"/>
          </a:xfrm>
          <a:prstGeom prst="rect">
            <a:avLst/>
          </a:prstGeom>
          <a:noFill/>
          <a:ln>
            <a:noFill/>
          </a:ln>
        </p:spPr>
        <p:txBody>
          <a:bodyPr anchorCtr="0" anchor="ctr" bIns="0" lIns="0" spcFirstLastPara="1" rIns="0" wrap="square" tIns="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1" name="Google Shape;21;p50"/>
          <p:cNvSpPr txBox="1"/>
          <p:nvPr>
            <p:ph idx="1" type="body"/>
          </p:nvPr>
        </p:nvSpPr>
        <p:spPr>
          <a:xfrm>
            <a:off x="609480" y="1604520"/>
            <a:ext cx="5354280" cy="397728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2" name="Google Shape;22;p50"/>
          <p:cNvSpPr txBox="1"/>
          <p:nvPr>
            <p:ph idx="2" type="body"/>
          </p:nvPr>
        </p:nvSpPr>
        <p:spPr>
          <a:xfrm>
            <a:off x="6231960" y="1604520"/>
            <a:ext cx="5354280" cy="397728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3" name="Shape 23"/>
        <p:cNvGrpSpPr/>
        <p:nvPr/>
      </p:nvGrpSpPr>
      <p:grpSpPr>
        <a:xfrm>
          <a:off x="0" y="0"/>
          <a:ext cx="0" cy="0"/>
          <a:chOff x="0" y="0"/>
          <a:chExt cx="0" cy="0"/>
        </a:xfrm>
      </p:grpSpPr>
      <p:sp>
        <p:nvSpPr>
          <p:cNvPr id="24" name="Google Shape;24;p51"/>
          <p:cNvSpPr txBox="1"/>
          <p:nvPr>
            <p:ph type="title"/>
          </p:nvPr>
        </p:nvSpPr>
        <p:spPr>
          <a:xfrm>
            <a:off x="609480" y="273600"/>
            <a:ext cx="10972440" cy="1144800"/>
          </a:xfrm>
          <a:prstGeom prst="rect">
            <a:avLst/>
          </a:prstGeom>
          <a:noFill/>
          <a:ln>
            <a:noFill/>
          </a:ln>
        </p:spPr>
        <p:txBody>
          <a:bodyPr anchorCtr="0" anchor="ctr" bIns="0" lIns="0" spcFirstLastPara="1" rIns="0" wrap="square" tIns="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entered Text" type="objOnly">
  <p:cSld name="OBJECT_ONLY">
    <p:spTree>
      <p:nvGrpSpPr>
        <p:cNvPr id="25" name="Shape 25"/>
        <p:cNvGrpSpPr/>
        <p:nvPr/>
      </p:nvGrpSpPr>
      <p:grpSpPr>
        <a:xfrm>
          <a:off x="0" y="0"/>
          <a:ext cx="0" cy="0"/>
          <a:chOff x="0" y="0"/>
          <a:chExt cx="0" cy="0"/>
        </a:xfrm>
      </p:grpSpPr>
      <p:sp>
        <p:nvSpPr>
          <p:cNvPr id="26" name="Google Shape;26;p52"/>
          <p:cNvSpPr txBox="1"/>
          <p:nvPr>
            <p:ph idx="1" type="subTitle"/>
          </p:nvPr>
        </p:nvSpPr>
        <p:spPr>
          <a:xfrm>
            <a:off x="609480" y="273600"/>
            <a:ext cx="10972440" cy="5307840"/>
          </a:xfrm>
          <a:prstGeom prst="rect">
            <a:avLst/>
          </a:prstGeom>
          <a:noFill/>
          <a:ln>
            <a:noFill/>
          </a:ln>
        </p:spPr>
        <p:txBody>
          <a:bodyPr anchorCtr="0" anchor="ctr" bIns="0" lIns="0" spcFirstLastPara="1" rIns="0" wrap="square" tIns="0">
            <a:noAutofit/>
          </a:bodyPr>
          <a:lstStyle>
            <a:lvl1pPr lvl="0" algn="l">
              <a:lnSpc>
                <a:spcPct val="90000"/>
              </a:lnSpc>
              <a:spcBef>
                <a:spcPts val="1000"/>
              </a:spcBef>
              <a:spcAft>
                <a:spcPts val="0"/>
              </a:spcAft>
              <a:buClr>
                <a:schemeClr val="dk1"/>
              </a:buClr>
              <a:buSzPts val="1800"/>
              <a:buChar char="•"/>
              <a:defRPr/>
            </a:lvl1pPr>
            <a:lvl2pPr lvl="1" algn="l">
              <a:lnSpc>
                <a:spcPct val="90000"/>
              </a:lnSpc>
              <a:spcBef>
                <a:spcPts val="500"/>
              </a:spcBef>
              <a:spcAft>
                <a:spcPts val="0"/>
              </a:spcAft>
              <a:buClr>
                <a:schemeClr val="dk1"/>
              </a:buClr>
              <a:buSzPts val="1800"/>
              <a:buChar char="•"/>
              <a:defRPr/>
            </a:lvl2pPr>
            <a:lvl3pPr lvl="2" algn="l">
              <a:lnSpc>
                <a:spcPct val="90000"/>
              </a:lnSpc>
              <a:spcBef>
                <a:spcPts val="500"/>
              </a:spcBef>
              <a:spcAft>
                <a:spcPts val="0"/>
              </a:spcAft>
              <a:buClr>
                <a:schemeClr val="dk1"/>
              </a:buClr>
              <a:buSzPts val="1800"/>
              <a:buChar char="•"/>
              <a:defRPr/>
            </a:lvl3pPr>
            <a:lvl4pPr lvl="3" algn="l">
              <a:lnSpc>
                <a:spcPct val="90000"/>
              </a:lnSpc>
              <a:spcBef>
                <a:spcPts val="500"/>
              </a:spcBef>
              <a:spcAft>
                <a:spcPts val="0"/>
              </a:spcAft>
              <a:buClr>
                <a:schemeClr val="dk1"/>
              </a:buClr>
              <a:buSzPts val="1800"/>
              <a:buChar char="•"/>
              <a:defRPr/>
            </a:lvl4pPr>
            <a:lvl5pPr lvl="4" algn="l">
              <a:lnSpc>
                <a:spcPct val="90000"/>
              </a:lnSpc>
              <a:spcBef>
                <a:spcPts val="500"/>
              </a:spcBef>
              <a:spcAft>
                <a:spcPts val="0"/>
              </a:spcAft>
              <a:buClr>
                <a:schemeClr val="dk1"/>
              </a:buClr>
              <a:buSzPts val="1800"/>
              <a:buChar char="•"/>
              <a:defRPr/>
            </a:lvl5pPr>
            <a:lvl6pPr lvl="5" algn="l">
              <a:lnSpc>
                <a:spcPct val="90000"/>
              </a:lnSpc>
              <a:spcBef>
                <a:spcPts val="500"/>
              </a:spcBef>
              <a:spcAft>
                <a:spcPts val="0"/>
              </a:spcAft>
              <a:buClr>
                <a:schemeClr val="dk1"/>
              </a:buClr>
              <a:buSzPts val="1800"/>
              <a:buChar char="•"/>
              <a:defRPr/>
            </a:lvl6pPr>
            <a:lvl7pPr lvl="6" algn="l">
              <a:lnSpc>
                <a:spcPct val="90000"/>
              </a:lnSpc>
              <a:spcBef>
                <a:spcPts val="500"/>
              </a:spcBef>
              <a:spcAft>
                <a:spcPts val="0"/>
              </a:spcAft>
              <a:buClr>
                <a:schemeClr val="dk1"/>
              </a:buClr>
              <a:buSzPts val="1800"/>
              <a:buChar char="•"/>
              <a:defRPr/>
            </a:lvl7pPr>
            <a:lvl8pPr lvl="7" algn="l">
              <a:lnSpc>
                <a:spcPct val="90000"/>
              </a:lnSpc>
              <a:spcBef>
                <a:spcPts val="500"/>
              </a:spcBef>
              <a:spcAft>
                <a:spcPts val="0"/>
              </a:spcAft>
              <a:buClr>
                <a:schemeClr val="dk1"/>
              </a:buClr>
              <a:buSzPts val="1800"/>
              <a:buChar char="•"/>
              <a:defRPr/>
            </a:lvl8pPr>
            <a:lvl9pPr lvl="8"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2 Content and Content" type="twoObjAndObj">
  <p:cSld name="TWO_OBJECTS_AND_OBJECT">
    <p:spTree>
      <p:nvGrpSpPr>
        <p:cNvPr id="27" name="Shape 27"/>
        <p:cNvGrpSpPr/>
        <p:nvPr/>
      </p:nvGrpSpPr>
      <p:grpSpPr>
        <a:xfrm>
          <a:off x="0" y="0"/>
          <a:ext cx="0" cy="0"/>
          <a:chOff x="0" y="0"/>
          <a:chExt cx="0" cy="0"/>
        </a:xfrm>
      </p:grpSpPr>
      <p:sp>
        <p:nvSpPr>
          <p:cNvPr id="28" name="Google Shape;28;p53"/>
          <p:cNvSpPr txBox="1"/>
          <p:nvPr>
            <p:ph type="title"/>
          </p:nvPr>
        </p:nvSpPr>
        <p:spPr>
          <a:xfrm>
            <a:off x="609480" y="273600"/>
            <a:ext cx="10972440" cy="1144800"/>
          </a:xfrm>
          <a:prstGeom prst="rect">
            <a:avLst/>
          </a:prstGeom>
          <a:noFill/>
          <a:ln>
            <a:noFill/>
          </a:ln>
        </p:spPr>
        <p:txBody>
          <a:bodyPr anchorCtr="0" anchor="ctr" bIns="0" lIns="0" spcFirstLastPara="1" rIns="0" wrap="square" tIns="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53"/>
          <p:cNvSpPr txBox="1"/>
          <p:nvPr>
            <p:ph idx="1" type="body"/>
          </p:nvPr>
        </p:nvSpPr>
        <p:spPr>
          <a:xfrm>
            <a:off x="609480" y="1604520"/>
            <a:ext cx="5354280" cy="189684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0" name="Google Shape;30;p53"/>
          <p:cNvSpPr txBox="1"/>
          <p:nvPr>
            <p:ph idx="2" type="body"/>
          </p:nvPr>
        </p:nvSpPr>
        <p:spPr>
          <a:xfrm>
            <a:off x="6231960" y="1604520"/>
            <a:ext cx="5354280" cy="397728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1" name="Google Shape;31;p53"/>
          <p:cNvSpPr txBox="1"/>
          <p:nvPr>
            <p:ph idx="3" type="body"/>
          </p:nvPr>
        </p:nvSpPr>
        <p:spPr>
          <a:xfrm>
            <a:off x="609480" y="3682080"/>
            <a:ext cx="5354280" cy="189684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Content and 2 Content" type="objAndTwoObj">
  <p:cSld name="OBJECT_AND_TWO_OBJECTS">
    <p:spTree>
      <p:nvGrpSpPr>
        <p:cNvPr id="32" name="Shape 32"/>
        <p:cNvGrpSpPr/>
        <p:nvPr/>
      </p:nvGrpSpPr>
      <p:grpSpPr>
        <a:xfrm>
          <a:off x="0" y="0"/>
          <a:ext cx="0" cy="0"/>
          <a:chOff x="0" y="0"/>
          <a:chExt cx="0" cy="0"/>
        </a:xfrm>
      </p:grpSpPr>
      <p:sp>
        <p:nvSpPr>
          <p:cNvPr id="33" name="Google Shape;33;p54"/>
          <p:cNvSpPr txBox="1"/>
          <p:nvPr>
            <p:ph type="title"/>
          </p:nvPr>
        </p:nvSpPr>
        <p:spPr>
          <a:xfrm>
            <a:off x="609480" y="273600"/>
            <a:ext cx="10972440" cy="1144800"/>
          </a:xfrm>
          <a:prstGeom prst="rect">
            <a:avLst/>
          </a:prstGeom>
          <a:noFill/>
          <a:ln>
            <a:noFill/>
          </a:ln>
        </p:spPr>
        <p:txBody>
          <a:bodyPr anchorCtr="0" anchor="ctr" bIns="0" lIns="0" spcFirstLastPara="1" rIns="0" wrap="square" tIns="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4" name="Google Shape;34;p54"/>
          <p:cNvSpPr txBox="1"/>
          <p:nvPr>
            <p:ph idx="1" type="body"/>
          </p:nvPr>
        </p:nvSpPr>
        <p:spPr>
          <a:xfrm>
            <a:off x="609480" y="1604520"/>
            <a:ext cx="5354280" cy="397728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5" name="Google Shape;35;p54"/>
          <p:cNvSpPr txBox="1"/>
          <p:nvPr>
            <p:ph idx="2" type="body"/>
          </p:nvPr>
        </p:nvSpPr>
        <p:spPr>
          <a:xfrm>
            <a:off x="6231960" y="1604520"/>
            <a:ext cx="5354280" cy="189684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6" name="Google Shape;36;p54"/>
          <p:cNvSpPr txBox="1"/>
          <p:nvPr>
            <p:ph idx="3" type="body"/>
          </p:nvPr>
        </p:nvSpPr>
        <p:spPr>
          <a:xfrm>
            <a:off x="6231960" y="3682080"/>
            <a:ext cx="5354280" cy="189684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2 Content over Content" type="twoObjOverTx">
  <p:cSld name="TWO_OBJECTS_OVER_TEXT">
    <p:spTree>
      <p:nvGrpSpPr>
        <p:cNvPr id="37" name="Shape 37"/>
        <p:cNvGrpSpPr/>
        <p:nvPr/>
      </p:nvGrpSpPr>
      <p:grpSpPr>
        <a:xfrm>
          <a:off x="0" y="0"/>
          <a:ext cx="0" cy="0"/>
          <a:chOff x="0" y="0"/>
          <a:chExt cx="0" cy="0"/>
        </a:xfrm>
      </p:grpSpPr>
      <p:sp>
        <p:nvSpPr>
          <p:cNvPr id="38" name="Google Shape;38;p55"/>
          <p:cNvSpPr txBox="1"/>
          <p:nvPr>
            <p:ph type="title"/>
          </p:nvPr>
        </p:nvSpPr>
        <p:spPr>
          <a:xfrm>
            <a:off x="609480" y="273600"/>
            <a:ext cx="10972440" cy="1144800"/>
          </a:xfrm>
          <a:prstGeom prst="rect">
            <a:avLst/>
          </a:prstGeom>
          <a:noFill/>
          <a:ln>
            <a:noFill/>
          </a:ln>
        </p:spPr>
        <p:txBody>
          <a:bodyPr anchorCtr="0" anchor="ctr" bIns="0" lIns="0" spcFirstLastPara="1" rIns="0" wrap="square" tIns="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9" name="Google Shape;39;p55"/>
          <p:cNvSpPr txBox="1"/>
          <p:nvPr>
            <p:ph idx="1" type="body"/>
          </p:nvPr>
        </p:nvSpPr>
        <p:spPr>
          <a:xfrm>
            <a:off x="609480" y="1604520"/>
            <a:ext cx="5354280" cy="189684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0" name="Google Shape;40;p55"/>
          <p:cNvSpPr txBox="1"/>
          <p:nvPr>
            <p:ph idx="2" type="body"/>
          </p:nvPr>
        </p:nvSpPr>
        <p:spPr>
          <a:xfrm>
            <a:off x="6231960" y="1604520"/>
            <a:ext cx="5354280" cy="189684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1" name="Google Shape;41;p55"/>
          <p:cNvSpPr txBox="1"/>
          <p:nvPr>
            <p:ph idx="3" type="body"/>
          </p:nvPr>
        </p:nvSpPr>
        <p:spPr>
          <a:xfrm>
            <a:off x="609480" y="3682080"/>
            <a:ext cx="10972440" cy="189684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Content over Content" type="objOverTx">
  <p:cSld name="OBJECT_OVER_TEXT">
    <p:spTree>
      <p:nvGrpSpPr>
        <p:cNvPr id="42" name="Shape 42"/>
        <p:cNvGrpSpPr/>
        <p:nvPr/>
      </p:nvGrpSpPr>
      <p:grpSpPr>
        <a:xfrm>
          <a:off x="0" y="0"/>
          <a:ext cx="0" cy="0"/>
          <a:chOff x="0" y="0"/>
          <a:chExt cx="0" cy="0"/>
        </a:xfrm>
      </p:grpSpPr>
      <p:sp>
        <p:nvSpPr>
          <p:cNvPr id="43" name="Google Shape;43;p56"/>
          <p:cNvSpPr txBox="1"/>
          <p:nvPr>
            <p:ph type="title"/>
          </p:nvPr>
        </p:nvSpPr>
        <p:spPr>
          <a:xfrm>
            <a:off x="609480" y="273600"/>
            <a:ext cx="10972440" cy="1144800"/>
          </a:xfrm>
          <a:prstGeom prst="rect">
            <a:avLst/>
          </a:prstGeom>
          <a:noFill/>
          <a:ln>
            <a:noFill/>
          </a:ln>
        </p:spPr>
        <p:txBody>
          <a:bodyPr anchorCtr="0" anchor="ctr" bIns="0" lIns="0" spcFirstLastPara="1" rIns="0" wrap="square" tIns="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4" name="Google Shape;44;p56"/>
          <p:cNvSpPr txBox="1"/>
          <p:nvPr>
            <p:ph idx="1" type="body"/>
          </p:nvPr>
        </p:nvSpPr>
        <p:spPr>
          <a:xfrm>
            <a:off x="609480" y="1604520"/>
            <a:ext cx="10972440" cy="189684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5" name="Google Shape;45;p56"/>
          <p:cNvSpPr txBox="1"/>
          <p:nvPr>
            <p:ph idx="2" type="body"/>
          </p:nvPr>
        </p:nvSpPr>
        <p:spPr>
          <a:xfrm>
            <a:off x="609480" y="3682080"/>
            <a:ext cx="10972440" cy="189684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4 Content" type="fourObj">
  <p:cSld name="FOUR_OBJECTS">
    <p:spTree>
      <p:nvGrpSpPr>
        <p:cNvPr id="46" name="Shape 46"/>
        <p:cNvGrpSpPr/>
        <p:nvPr/>
      </p:nvGrpSpPr>
      <p:grpSpPr>
        <a:xfrm>
          <a:off x="0" y="0"/>
          <a:ext cx="0" cy="0"/>
          <a:chOff x="0" y="0"/>
          <a:chExt cx="0" cy="0"/>
        </a:xfrm>
      </p:grpSpPr>
      <p:sp>
        <p:nvSpPr>
          <p:cNvPr id="47" name="Google Shape;47;p57"/>
          <p:cNvSpPr txBox="1"/>
          <p:nvPr>
            <p:ph type="title"/>
          </p:nvPr>
        </p:nvSpPr>
        <p:spPr>
          <a:xfrm>
            <a:off x="609480" y="273600"/>
            <a:ext cx="10972440" cy="1144800"/>
          </a:xfrm>
          <a:prstGeom prst="rect">
            <a:avLst/>
          </a:prstGeom>
          <a:noFill/>
          <a:ln>
            <a:noFill/>
          </a:ln>
        </p:spPr>
        <p:txBody>
          <a:bodyPr anchorCtr="0" anchor="ctr" bIns="0" lIns="0" spcFirstLastPara="1" rIns="0" wrap="square" tIns="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8" name="Google Shape;48;p57"/>
          <p:cNvSpPr txBox="1"/>
          <p:nvPr>
            <p:ph idx="1" type="body"/>
          </p:nvPr>
        </p:nvSpPr>
        <p:spPr>
          <a:xfrm>
            <a:off x="609480" y="1604520"/>
            <a:ext cx="5354280" cy="189684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9" name="Google Shape;49;p57"/>
          <p:cNvSpPr txBox="1"/>
          <p:nvPr>
            <p:ph idx="2" type="body"/>
          </p:nvPr>
        </p:nvSpPr>
        <p:spPr>
          <a:xfrm>
            <a:off x="6231960" y="1604520"/>
            <a:ext cx="5354280" cy="189684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0" name="Google Shape;50;p57"/>
          <p:cNvSpPr txBox="1"/>
          <p:nvPr>
            <p:ph idx="3" type="body"/>
          </p:nvPr>
        </p:nvSpPr>
        <p:spPr>
          <a:xfrm>
            <a:off x="609480" y="3682080"/>
            <a:ext cx="5354280" cy="189684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1" name="Google Shape;51;p57"/>
          <p:cNvSpPr txBox="1"/>
          <p:nvPr>
            <p:ph idx="4" type="body"/>
          </p:nvPr>
        </p:nvSpPr>
        <p:spPr>
          <a:xfrm>
            <a:off x="6231960" y="3682080"/>
            <a:ext cx="5354280" cy="189684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6 Content">
  <p:cSld name="Title, 6 Content">
    <p:spTree>
      <p:nvGrpSpPr>
        <p:cNvPr id="52" name="Shape 52"/>
        <p:cNvGrpSpPr/>
        <p:nvPr/>
      </p:nvGrpSpPr>
      <p:grpSpPr>
        <a:xfrm>
          <a:off x="0" y="0"/>
          <a:ext cx="0" cy="0"/>
          <a:chOff x="0" y="0"/>
          <a:chExt cx="0" cy="0"/>
        </a:xfrm>
      </p:grpSpPr>
      <p:sp>
        <p:nvSpPr>
          <p:cNvPr id="53" name="Google Shape;53;p58"/>
          <p:cNvSpPr txBox="1"/>
          <p:nvPr>
            <p:ph type="title"/>
          </p:nvPr>
        </p:nvSpPr>
        <p:spPr>
          <a:xfrm>
            <a:off x="609480" y="273600"/>
            <a:ext cx="10972440" cy="1144800"/>
          </a:xfrm>
          <a:prstGeom prst="rect">
            <a:avLst/>
          </a:prstGeom>
          <a:noFill/>
          <a:ln>
            <a:noFill/>
          </a:ln>
        </p:spPr>
        <p:txBody>
          <a:bodyPr anchorCtr="0" anchor="ctr" bIns="0" lIns="0" spcFirstLastPara="1" rIns="0" wrap="square" tIns="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4" name="Google Shape;54;p58"/>
          <p:cNvSpPr txBox="1"/>
          <p:nvPr>
            <p:ph idx="1" type="body"/>
          </p:nvPr>
        </p:nvSpPr>
        <p:spPr>
          <a:xfrm>
            <a:off x="609480" y="1604520"/>
            <a:ext cx="3533040" cy="189684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5" name="Google Shape;55;p58"/>
          <p:cNvSpPr txBox="1"/>
          <p:nvPr>
            <p:ph idx="2" type="body"/>
          </p:nvPr>
        </p:nvSpPr>
        <p:spPr>
          <a:xfrm>
            <a:off x="4319640" y="1604520"/>
            <a:ext cx="3533040" cy="189684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6" name="Google Shape;56;p58"/>
          <p:cNvSpPr txBox="1"/>
          <p:nvPr>
            <p:ph idx="3" type="body"/>
          </p:nvPr>
        </p:nvSpPr>
        <p:spPr>
          <a:xfrm>
            <a:off x="8029800" y="1604520"/>
            <a:ext cx="3533040" cy="189684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7" name="Google Shape;57;p58"/>
          <p:cNvSpPr txBox="1"/>
          <p:nvPr>
            <p:ph idx="4" type="body"/>
          </p:nvPr>
        </p:nvSpPr>
        <p:spPr>
          <a:xfrm>
            <a:off x="609480" y="3682080"/>
            <a:ext cx="3533040" cy="189684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8" name="Google Shape;58;p58"/>
          <p:cNvSpPr txBox="1"/>
          <p:nvPr>
            <p:ph idx="5" type="body"/>
          </p:nvPr>
        </p:nvSpPr>
        <p:spPr>
          <a:xfrm>
            <a:off x="4319640" y="3682080"/>
            <a:ext cx="3533040" cy="189684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9" name="Google Shape;59;p58"/>
          <p:cNvSpPr txBox="1"/>
          <p:nvPr>
            <p:ph idx="6" type="body"/>
          </p:nvPr>
        </p:nvSpPr>
        <p:spPr>
          <a:xfrm>
            <a:off x="8029800" y="3682080"/>
            <a:ext cx="3533040" cy="189684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Slide" type="blank">
  <p:cSld name="BLANK">
    <p:spTree>
      <p:nvGrpSpPr>
        <p:cNvPr id="63" name="Shape 63"/>
        <p:cNvGrpSpPr/>
        <p:nvPr/>
      </p:nvGrpSpPr>
      <p:grpSpPr>
        <a:xfrm>
          <a:off x="0" y="0"/>
          <a:ext cx="0" cy="0"/>
          <a:chOff x="0" y="0"/>
          <a:chExt cx="0" cy="0"/>
        </a:xfrm>
      </p:grpSpPr>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x">
  <p:cSld name="TITLE_AND_BODY">
    <p:spTree>
      <p:nvGrpSpPr>
        <p:cNvPr id="64" name="Shape 64"/>
        <p:cNvGrpSpPr/>
        <p:nvPr/>
      </p:nvGrpSpPr>
      <p:grpSpPr>
        <a:xfrm>
          <a:off x="0" y="0"/>
          <a:ext cx="0" cy="0"/>
          <a:chOff x="0" y="0"/>
          <a:chExt cx="0" cy="0"/>
        </a:xfrm>
      </p:grpSpPr>
      <p:sp>
        <p:nvSpPr>
          <p:cNvPr id="65" name="Google Shape;65;p70"/>
          <p:cNvSpPr txBox="1"/>
          <p:nvPr>
            <p:ph type="title"/>
          </p:nvPr>
        </p:nvSpPr>
        <p:spPr>
          <a:xfrm>
            <a:off x="609480" y="273600"/>
            <a:ext cx="10972440" cy="1144800"/>
          </a:xfrm>
          <a:prstGeom prst="rect">
            <a:avLst/>
          </a:prstGeom>
          <a:noFill/>
          <a:ln>
            <a:noFill/>
          </a:ln>
        </p:spPr>
        <p:txBody>
          <a:bodyPr anchorCtr="0" anchor="ctr" bIns="0" lIns="0" spcFirstLastPara="1" rIns="0" wrap="square" tIns="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6" name="Google Shape;66;p70"/>
          <p:cNvSpPr txBox="1"/>
          <p:nvPr>
            <p:ph idx="1" type="subTitle"/>
          </p:nvPr>
        </p:nvSpPr>
        <p:spPr>
          <a:xfrm>
            <a:off x="609480" y="1604520"/>
            <a:ext cx="10972440" cy="3977280"/>
          </a:xfrm>
          <a:prstGeom prst="rect">
            <a:avLst/>
          </a:prstGeom>
          <a:noFill/>
          <a:ln>
            <a:noFill/>
          </a:ln>
        </p:spPr>
        <p:txBody>
          <a:bodyPr anchorCtr="0" anchor="ctr" bIns="0" lIns="0" spcFirstLastPara="1" rIns="0" wrap="square" tIns="0">
            <a:noAutofit/>
          </a:bodyPr>
          <a:lstStyle>
            <a:lvl1pPr lvl="0" algn="l">
              <a:lnSpc>
                <a:spcPct val="90000"/>
              </a:lnSpc>
              <a:spcBef>
                <a:spcPts val="1000"/>
              </a:spcBef>
              <a:spcAft>
                <a:spcPts val="0"/>
              </a:spcAft>
              <a:buClr>
                <a:schemeClr val="dk1"/>
              </a:buClr>
              <a:buSzPts val="1800"/>
              <a:buChar char="•"/>
              <a:defRPr/>
            </a:lvl1pPr>
            <a:lvl2pPr lvl="1" algn="l">
              <a:lnSpc>
                <a:spcPct val="90000"/>
              </a:lnSpc>
              <a:spcBef>
                <a:spcPts val="500"/>
              </a:spcBef>
              <a:spcAft>
                <a:spcPts val="0"/>
              </a:spcAft>
              <a:buClr>
                <a:schemeClr val="dk1"/>
              </a:buClr>
              <a:buSzPts val="1800"/>
              <a:buChar char="•"/>
              <a:defRPr/>
            </a:lvl2pPr>
            <a:lvl3pPr lvl="2" algn="l">
              <a:lnSpc>
                <a:spcPct val="90000"/>
              </a:lnSpc>
              <a:spcBef>
                <a:spcPts val="500"/>
              </a:spcBef>
              <a:spcAft>
                <a:spcPts val="0"/>
              </a:spcAft>
              <a:buClr>
                <a:schemeClr val="dk1"/>
              </a:buClr>
              <a:buSzPts val="1800"/>
              <a:buChar char="•"/>
              <a:defRPr/>
            </a:lvl3pPr>
            <a:lvl4pPr lvl="3" algn="l">
              <a:lnSpc>
                <a:spcPct val="90000"/>
              </a:lnSpc>
              <a:spcBef>
                <a:spcPts val="500"/>
              </a:spcBef>
              <a:spcAft>
                <a:spcPts val="0"/>
              </a:spcAft>
              <a:buClr>
                <a:schemeClr val="dk1"/>
              </a:buClr>
              <a:buSzPts val="1800"/>
              <a:buChar char="•"/>
              <a:defRPr/>
            </a:lvl4pPr>
            <a:lvl5pPr lvl="4" algn="l">
              <a:lnSpc>
                <a:spcPct val="90000"/>
              </a:lnSpc>
              <a:spcBef>
                <a:spcPts val="500"/>
              </a:spcBef>
              <a:spcAft>
                <a:spcPts val="0"/>
              </a:spcAft>
              <a:buClr>
                <a:schemeClr val="dk1"/>
              </a:buClr>
              <a:buSzPts val="1800"/>
              <a:buChar char="•"/>
              <a:defRPr/>
            </a:lvl5pPr>
            <a:lvl6pPr lvl="5" algn="l">
              <a:lnSpc>
                <a:spcPct val="90000"/>
              </a:lnSpc>
              <a:spcBef>
                <a:spcPts val="500"/>
              </a:spcBef>
              <a:spcAft>
                <a:spcPts val="0"/>
              </a:spcAft>
              <a:buClr>
                <a:schemeClr val="dk1"/>
              </a:buClr>
              <a:buSzPts val="1800"/>
              <a:buChar char="•"/>
              <a:defRPr/>
            </a:lvl6pPr>
            <a:lvl7pPr lvl="6" algn="l">
              <a:lnSpc>
                <a:spcPct val="90000"/>
              </a:lnSpc>
              <a:spcBef>
                <a:spcPts val="500"/>
              </a:spcBef>
              <a:spcAft>
                <a:spcPts val="0"/>
              </a:spcAft>
              <a:buClr>
                <a:schemeClr val="dk1"/>
              </a:buClr>
              <a:buSzPts val="1800"/>
              <a:buChar char="•"/>
              <a:defRPr/>
            </a:lvl7pPr>
            <a:lvl8pPr lvl="7" algn="l">
              <a:lnSpc>
                <a:spcPct val="90000"/>
              </a:lnSpc>
              <a:spcBef>
                <a:spcPts val="500"/>
              </a:spcBef>
              <a:spcAft>
                <a:spcPts val="0"/>
              </a:spcAft>
              <a:buClr>
                <a:schemeClr val="dk1"/>
              </a:buClr>
              <a:buSzPts val="1800"/>
              <a:buChar char="•"/>
              <a:defRPr/>
            </a:lvl8pPr>
            <a:lvl9pPr lvl="8"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Content" type="obj">
  <p:cSld name="OBJECT">
    <p:spTree>
      <p:nvGrpSpPr>
        <p:cNvPr id="67" name="Shape 67"/>
        <p:cNvGrpSpPr/>
        <p:nvPr/>
      </p:nvGrpSpPr>
      <p:grpSpPr>
        <a:xfrm>
          <a:off x="0" y="0"/>
          <a:ext cx="0" cy="0"/>
          <a:chOff x="0" y="0"/>
          <a:chExt cx="0" cy="0"/>
        </a:xfrm>
      </p:grpSpPr>
      <p:sp>
        <p:nvSpPr>
          <p:cNvPr id="68" name="Google Shape;68;p71"/>
          <p:cNvSpPr txBox="1"/>
          <p:nvPr>
            <p:ph type="title"/>
          </p:nvPr>
        </p:nvSpPr>
        <p:spPr>
          <a:xfrm>
            <a:off x="609480" y="273600"/>
            <a:ext cx="10972440" cy="1144800"/>
          </a:xfrm>
          <a:prstGeom prst="rect">
            <a:avLst/>
          </a:prstGeom>
          <a:noFill/>
          <a:ln>
            <a:noFill/>
          </a:ln>
        </p:spPr>
        <p:txBody>
          <a:bodyPr anchorCtr="0" anchor="ctr" bIns="0" lIns="0" spcFirstLastPara="1" rIns="0" wrap="square" tIns="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9" name="Google Shape;69;p71"/>
          <p:cNvSpPr txBox="1"/>
          <p:nvPr>
            <p:ph idx="1" type="body"/>
          </p:nvPr>
        </p:nvSpPr>
        <p:spPr>
          <a:xfrm>
            <a:off x="609480" y="1604520"/>
            <a:ext cx="10972440" cy="397728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2 Content" type="twoObj">
  <p:cSld name="TWO_OBJECTS">
    <p:spTree>
      <p:nvGrpSpPr>
        <p:cNvPr id="70" name="Shape 70"/>
        <p:cNvGrpSpPr/>
        <p:nvPr/>
      </p:nvGrpSpPr>
      <p:grpSpPr>
        <a:xfrm>
          <a:off x="0" y="0"/>
          <a:ext cx="0" cy="0"/>
          <a:chOff x="0" y="0"/>
          <a:chExt cx="0" cy="0"/>
        </a:xfrm>
      </p:grpSpPr>
      <p:sp>
        <p:nvSpPr>
          <p:cNvPr id="71" name="Google Shape;71;p72"/>
          <p:cNvSpPr txBox="1"/>
          <p:nvPr>
            <p:ph type="title"/>
          </p:nvPr>
        </p:nvSpPr>
        <p:spPr>
          <a:xfrm>
            <a:off x="609480" y="273600"/>
            <a:ext cx="10972440" cy="1144800"/>
          </a:xfrm>
          <a:prstGeom prst="rect">
            <a:avLst/>
          </a:prstGeom>
          <a:noFill/>
          <a:ln>
            <a:noFill/>
          </a:ln>
        </p:spPr>
        <p:txBody>
          <a:bodyPr anchorCtr="0" anchor="ctr" bIns="0" lIns="0" spcFirstLastPara="1" rIns="0" wrap="square" tIns="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2" name="Google Shape;72;p72"/>
          <p:cNvSpPr txBox="1"/>
          <p:nvPr>
            <p:ph idx="1" type="body"/>
          </p:nvPr>
        </p:nvSpPr>
        <p:spPr>
          <a:xfrm>
            <a:off x="609480" y="1604520"/>
            <a:ext cx="5354280" cy="397728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3" name="Google Shape;73;p72"/>
          <p:cNvSpPr txBox="1"/>
          <p:nvPr>
            <p:ph idx="2" type="body"/>
          </p:nvPr>
        </p:nvSpPr>
        <p:spPr>
          <a:xfrm>
            <a:off x="6231960" y="1604520"/>
            <a:ext cx="5354280" cy="397728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74" name="Shape 74"/>
        <p:cNvGrpSpPr/>
        <p:nvPr/>
      </p:nvGrpSpPr>
      <p:grpSpPr>
        <a:xfrm>
          <a:off x="0" y="0"/>
          <a:ext cx="0" cy="0"/>
          <a:chOff x="0" y="0"/>
          <a:chExt cx="0" cy="0"/>
        </a:xfrm>
      </p:grpSpPr>
      <p:sp>
        <p:nvSpPr>
          <p:cNvPr id="75" name="Google Shape;75;p73"/>
          <p:cNvSpPr txBox="1"/>
          <p:nvPr>
            <p:ph type="title"/>
          </p:nvPr>
        </p:nvSpPr>
        <p:spPr>
          <a:xfrm>
            <a:off x="609480" y="273600"/>
            <a:ext cx="10972440" cy="1144800"/>
          </a:xfrm>
          <a:prstGeom prst="rect">
            <a:avLst/>
          </a:prstGeom>
          <a:noFill/>
          <a:ln>
            <a:noFill/>
          </a:ln>
        </p:spPr>
        <p:txBody>
          <a:bodyPr anchorCtr="0" anchor="ctr" bIns="0" lIns="0" spcFirstLastPara="1" rIns="0" wrap="square" tIns="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entered Text" type="objOnly">
  <p:cSld name="OBJECT_ONLY">
    <p:spTree>
      <p:nvGrpSpPr>
        <p:cNvPr id="76" name="Shape 76"/>
        <p:cNvGrpSpPr/>
        <p:nvPr/>
      </p:nvGrpSpPr>
      <p:grpSpPr>
        <a:xfrm>
          <a:off x="0" y="0"/>
          <a:ext cx="0" cy="0"/>
          <a:chOff x="0" y="0"/>
          <a:chExt cx="0" cy="0"/>
        </a:xfrm>
      </p:grpSpPr>
      <p:sp>
        <p:nvSpPr>
          <p:cNvPr id="77" name="Google Shape;77;p74"/>
          <p:cNvSpPr txBox="1"/>
          <p:nvPr>
            <p:ph idx="1" type="subTitle"/>
          </p:nvPr>
        </p:nvSpPr>
        <p:spPr>
          <a:xfrm>
            <a:off x="609480" y="273600"/>
            <a:ext cx="10972440" cy="5307840"/>
          </a:xfrm>
          <a:prstGeom prst="rect">
            <a:avLst/>
          </a:prstGeom>
          <a:noFill/>
          <a:ln>
            <a:noFill/>
          </a:ln>
        </p:spPr>
        <p:txBody>
          <a:bodyPr anchorCtr="0" anchor="ctr" bIns="0" lIns="0" spcFirstLastPara="1" rIns="0" wrap="square" tIns="0">
            <a:noAutofit/>
          </a:bodyPr>
          <a:lstStyle>
            <a:lvl1pPr lvl="0" algn="l">
              <a:lnSpc>
                <a:spcPct val="90000"/>
              </a:lnSpc>
              <a:spcBef>
                <a:spcPts val="1000"/>
              </a:spcBef>
              <a:spcAft>
                <a:spcPts val="0"/>
              </a:spcAft>
              <a:buClr>
                <a:schemeClr val="dk1"/>
              </a:buClr>
              <a:buSzPts val="1800"/>
              <a:buChar char="•"/>
              <a:defRPr/>
            </a:lvl1pPr>
            <a:lvl2pPr lvl="1" algn="l">
              <a:lnSpc>
                <a:spcPct val="90000"/>
              </a:lnSpc>
              <a:spcBef>
                <a:spcPts val="500"/>
              </a:spcBef>
              <a:spcAft>
                <a:spcPts val="0"/>
              </a:spcAft>
              <a:buClr>
                <a:schemeClr val="dk1"/>
              </a:buClr>
              <a:buSzPts val="1800"/>
              <a:buChar char="•"/>
              <a:defRPr/>
            </a:lvl2pPr>
            <a:lvl3pPr lvl="2" algn="l">
              <a:lnSpc>
                <a:spcPct val="90000"/>
              </a:lnSpc>
              <a:spcBef>
                <a:spcPts val="500"/>
              </a:spcBef>
              <a:spcAft>
                <a:spcPts val="0"/>
              </a:spcAft>
              <a:buClr>
                <a:schemeClr val="dk1"/>
              </a:buClr>
              <a:buSzPts val="1800"/>
              <a:buChar char="•"/>
              <a:defRPr/>
            </a:lvl3pPr>
            <a:lvl4pPr lvl="3" algn="l">
              <a:lnSpc>
                <a:spcPct val="90000"/>
              </a:lnSpc>
              <a:spcBef>
                <a:spcPts val="500"/>
              </a:spcBef>
              <a:spcAft>
                <a:spcPts val="0"/>
              </a:spcAft>
              <a:buClr>
                <a:schemeClr val="dk1"/>
              </a:buClr>
              <a:buSzPts val="1800"/>
              <a:buChar char="•"/>
              <a:defRPr/>
            </a:lvl4pPr>
            <a:lvl5pPr lvl="4" algn="l">
              <a:lnSpc>
                <a:spcPct val="90000"/>
              </a:lnSpc>
              <a:spcBef>
                <a:spcPts val="500"/>
              </a:spcBef>
              <a:spcAft>
                <a:spcPts val="0"/>
              </a:spcAft>
              <a:buClr>
                <a:schemeClr val="dk1"/>
              </a:buClr>
              <a:buSzPts val="1800"/>
              <a:buChar char="•"/>
              <a:defRPr/>
            </a:lvl5pPr>
            <a:lvl6pPr lvl="5" algn="l">
              <a:lnSpc>
                <a:spcPct val="90000"/>
              </a:lnSpc>
              <a:spcBef>
                <a:spcPts val="500"/>
              </a:spcBef>
              <a:spcAft>
                <a:spcPts val="0"/>
              </a:spcAft>
              <a:buClr>
                <a:schemeClr val="dk1"/>
              </a:buClr>
              <a:buSzPts val="1800"/>
              <a:buChar char="•"/>
              <a:defRPr/>
            </a:lvl6pPr>
            <a:lvl7pPr lvl="6" algn="l">
              <a:lnSpc>
                <a:spcPct val="90000"/>
              </a:lnSpc>
              <a:spcBef>
                <a:spcPts val="500"/>
              </a:spcBef>
              <a:spcAft>
                <a:spcPts val="0"/>
              </a:spcAft>
              <a:buClr>
                <a:schemeClr val="dk1"/>
              </a:buClr>
              <a:buSzPts val="1800"/>
              <a:buChar char="•"/>
              <a:defRPr/>
            </a:lvl7pPr>
            <a:lvl8pPr lvl="7" algn="l">
              <a:lnSpc>
                <a:spcPct val="90000"/>
              </a:lnSpc>
              <a:spcBef>
                <a:spcPts val="500"/>
              </a:spcBef>
              <a:spcAft>
                <a:spcPts val="0"/>
              </a:spcAft>
              <a:buClr>
                <a:schemeClr val="dk1"/>
              </a:buClr>
              <a:buSzPts val="1800"/>
              <a:buChar char="•"/>
              <a:defRPr/>
            </a:lvl8pPr>
            <a:lvl9pPr lvl="8"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2 Content and Content" type="twoObjAndObj">
  <p:cSld name="TWO_OBJECTS_AND_OBJECT">
    <p:spTree>
      <p:nvGrpSpPr>
        <p:cNvPr id="78" name="Shape 78"/>
        <p:cNvGrpSpPr/>
        <p:nvPr/>
      </p:nvGrpSpPr>
      <p:grpSpPr>
        <a:xfrm>
          <a:off x="0" y="0"/>
          <a:ext cx="0" cy="0"/>
          <a:chOff x="0" y="0"/>
          <a:chExt cx="0" cy="0"/>
        </a:xfrm>
      </p:grpSpPr>
      <p:sp>
        <p:nvSpPr>
          <p:cNvPr id="79" name="Google Shape;79;p75"/>
          <p:cNvSpPr txBox="1"/>
          <p:nvPr>
            <p:ph type="title"/>
          </p:nvPr>
        </p:nvSpPr>
        <p:spPr>
          <a:xfrm>
            <a:off x="609480" y="273600"/>
            <a:ext cx="10972440" cy="1144800"/>
          </a:xfrm>
          <a:prstGeom prst="rect">
            <a:avLst/>
          </a:prstGeom>
          <a:noFill/>
          <a:ln>
            <a:noFill/>
          </a:ln>
        </p:spPr>
        <p:txBody>
          <a:bodyPr anchorCtr="0" anchor="ctr" bIns="0" lIns="0" spcFirstLastPara="1" rIns="0" wrap="square" tIns="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0" name="Google Shape;80;p75"/>
          <p:cNvSpPr txBox="1"/>
          <p:nvPr>
            <p:ph idx="1" type="body"/>
          </p:nvPr>
        </p:nvSpPr>
        <p:spPr>
          <a:xfrm>
            <a:off x="609480" y="1604520"/>
            <a:ext cx="5354280" cy="189684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1" name="Google Shape;81;p75"/>
          <p:cNvSpPr txBox="1"/>
          <p:nvPr>
            <p:ph idx="2" type="body"/>
          </p:nvPr>
        </p:nvSpPr>
        <p:spPr>
          <a:xfrm>
            <a:off x="6231960" y="1604520"/>
            <a:ext cx="5354280" cy="397728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2" name="Google Shape;82;p75"/>
          <p:cNvSpPr txBox="1"/>
          <p:nvPr>
            <p:ph idx="3" type="body"/>
          </p:nvPr>
        </p:nvSpPr>
        <p:spPr>
          <a:xfrm>
            <a:off x="609480" y="3682080"/>
            <a:ext cx="5354280" cy="189684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Content and 2 Content" type="objAndTwoObj">
  <p:cSld name="OBJECT_AND_TWO_OBJECTS">
    <p:spTree>
      <p:nvGrpSpPr>
        <p:cNvPr id="83" name="Shape 83"/>
        <p:cNvGrpSpPr/>
        <p:nvPr/>
      </p:nvGrpSpPr>
      <p:grpSpPr>
        <a:xfrm>
          <a:off x="0" y="0"/>
          <a:ext cx="0" cy="0"/>
          <a:chOff x="0" y="0"/>
          <a:chExt cx="0" cy="0"/>
        </a:xfrm>
      </p:grpSpPr>
      <p:sp>
        <p:nvSpPr>
          <p:cNvPr id="84" name="Google Shape;84;p76"/>
          <p:cNvSpPr txBox="1"/>
          <p:nvPr>
            <p:ph type="title"/>
          </p:nvPr>
        </p:nvSpPr>
        <p:spPr>
          <a:xfrm>
            <a:off x="609480" y="273600"/>
            <a:ext cx="10972440" cy="1144800"/>
          </a:xfrm>
          <a:prstGeom prst="rect">
            <a:avLst/>
          </a:prstGeom>
          <a:noFill/>
          <a:ln>
            <a:noFill/>
          </a:ln>
        </p:spPr>
        <p:txBody>
          <a:bodyPr anchorCtr="0" anchor="ctr" bIns="0" lIns="0" spcFirstLastPara="1" rIns="0" wrap="square" tIns="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5" name="Google Shape;85;p76"/>
          <p:cNvSpPr txBox="1"/>
          <p:nvPr>
            <p:ph idx="1" type="body"/>
          </p:nvPr>
        </p:nvSpPr>
        <p:spPr>
          <a:xfrm>
            <a:off x="609480" y="1604520"/>
            <a:ext cx="5354280" cy="397728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6" name="Google Shape;86;p76"/>
          <p:cNvSpPr txBox="1"/>
          <p:nvPr>
            <p:ph idx="2" type="body"/>
          </p:nvPr>
        </p:nvSpPr>
        <p:spPr>
          <a:xfrm>
            <a:off x="6231960" y="1604520"/>
            <a:ext cx="5354280" cy="189684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7" name="Google Shape;87;p76"/>
          <p:cNvSpPr txBox="1"/>
          <p:nvPr>
            <p:ph idx="3" type="body"/>
          </p:nvPr>
        </p:nvSpPr>
        <p:spPr>
          <a:xfrm>
            <a:off x="6231960" y="3682080"/>
            <a:ext cx="5354280" cy="189684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2 Content over Content" type="twoObjOverTx">
  <p:cSld name="TWO_OBJECTS_OVER_TEXT">
    <p:spTree>
      <p:nvGrpSpPr>
        <p:cNvPr id="88" name="Shape 88"/>
        <p:cNvGrpSpPr/>
        <p:nvPr/>
      </p:nvGrpSpPr>
      <p:grpSpPr>
        <a:xfrm>
          <a:off x="0" y="0"/>
          <a:ext cx="0" cy="0"/>
          <a:chOff x="0" y="0"/>
          <a:chExt cx="0" cy="0"/>
        </a:xfrm>
      </p:grpSpPr>
      <p:sp>
        <p:nvSpPr>
          <p:cNvPr id="89" name="Google Shape;89;p77"/>
          <p:cNvSpPr txBox="1"/>
          <p:nvPr>
            <p:ph type="title"/>
          </p:nvPr>
        </p:nvSpPr>
        <p:spPr>
          <a:xfrm>
            <a:off x="609480" y="273600"/>
            <a:ext cx="10972440" cy="1144800"/>
          </a:xfrm>
          <a:prstGeom prst="rect">
            <a:avLst/>
          </a:prstGeom>
          <a:noFill/>
          <a:ln>
            <a:noFill/>
          </a:ln>
        </p:spPr>
        <p:txBody>
          <a:bodyPr anchorCtr="0" anchor="ctr" bIns="0" lIns="0" spcFirstLastPara="1" rIns="0" wrap="square" tIns="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90" name="Google Shape;90;p77"/>
          <p:cNvSpPr txBox="1"/>
          <p:nvPr>
            <p:ph idx="1" type="body"/>
          </p:nvPr>
        </p:nvSpPr>
        <p:spPr>
          <a:xfrm>
            <a:off x="609480" y="1604520"/>
            <a:ext cx="5354280" cy="189684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91" name="Google Shape;91;p77"/>
          <p:cNvSpPr txBox="1"/>
          <p:nvPr>
            <p:ph idx="2" type="body"/>
          </p:nvPr>
        </p:nvSpPr>
        <p:spPr>
          <a:xfrm>
            <a:off x="6231960" y="1604520"/>
            <a:ext cx="5354280" cy="189684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92" name="Google Shape;92;p77"/>
          <p:cNvSpPr txBox="1"/>
          <p:nvPr>
            <p:ph idx="3" type="body"/>
          </p:nvPr>
        </p:nvSpPr>
        <p:spPr>
          <a:xfrm>
            <a:off x="609480" y="3682080"/>
            <a:ext cx="10972440" cy="189684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Content over Content" type="objOverTx">
  <p:cSld name="OBJECT_OVER_TEXT">
    <p:spTree>
      <p:nvGrpSpPr>
        <p:cNvPr id="93" name="Shape 93"/>
        <p:cNvGrpSpPr/>
        <p:nvPr/>
      </p:nvGrpSpPr>
      <p:grpSpPr>
        <a:xfrm>
          <a:off x="0" y="0"/>
          <a:ext cx="0" cy="0"/>
          <a:chOff x="0" y="0"/>
          <a:chExt cx="0" cy="0"/>
        </a:xfrm>
      </p:grpSpPr>
      <p:sp>
        <p:nvSpPr>
          <p:cNvPr id="94" name="Google Shape;94;p78"/>
          <p:cNvSpPr txBox="1"/>
          <p:nvPr>
            <p:ph type="title"/>
          </p:nvPr>
        </p:nvSpPr>
        <p:spPr>
          <a:xfrm>
            <a:off x="609480" y="273600"/>
            <a:ext cx="10972440" cy="1144800"/>
          </a:xfrm>
          <a:prstGeom prst="rect">
            <a:avLst/>
          </a:prstGeom>
          <a:noFill/>
          <a:ln>
            <a:noFill/>
          </a:ln>
        </p:spPr>
        <p:txBody>
          <a:bodyPr anchorCtr="0" anchor="ctr" bIns="0" lIns="0" spcFirstLastPara="1" rIns="0" wrap="square" tIns="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95" name="Google Shape;95;p78"/>
          <p:cNvSpPr txBox="1"/>
          <p:nvPr>
            <p:ph idx="1" type="body"/>
          </p:nvPr>
        </p:nvSpPr>
        <p:spPr>
          <a:xfrm>
            <a:off x="609480" y="1604520"/>
            <a:ext cx="10972440" cy="189684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96" name="Google Shape;96;p78"/>
          <p:cNvSpPr txBox="1"/>
          <p:nvPr>
            <p:ph idx="2" type="body"/>
          </p:nvPr>
        </p:nvSpPr>
        <p:spPr>
          <a:xfrm>
            <a:off x="609480" y="3682080"/>
            <a:ext cx="10972440" cy="189684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4 Content" type="fourObj">
  <p:cSld name="FOUR_OBJECTS">
    <p:spTree>
      <p:nvGrpSpPr>
        <p:cNvPr id="97" name="Shape 97"/>
        <p:cNvGrpSpPr/>
        <p:nvPr/>
      </p:nvGrpSpPr>
      <p:grpSpPr>
        <a:xfrm>
          <a:off x="0" y="0"/>
          <a:ext cx="0" cy="0"/>
          <a:chOff x="0" y="0"/>
          <a:chExt cx="0" cy="0"/>
        </a:xfrm>
      </p:grpSpPr>
      <p:sp>
        <p:nvSpPr>
          <p:cNvPr id="98" name="Google Shape;98;p79"/>
          <p:cNvSpPr txBox="1"/>
          <p:nvPr>
            <p:ph type="title"/>
          </p:nvPr>
        </p:nvSpPr>
        <p:spPr>
          <a:xfrm>
            <a:off x="609480" y="273600"/>
            <a:ext cx="10972440" cy="1144800"/>
          </a:xfrm>
          <a:prstGeom prst="rect">
            <a:avLst/>
          </a:prstGeom>
          <a:noFill/>
          <a:ln>
            <a:noFill/>
          </a:ln>
        </p:spPr>
        <p:txBody>
          <a:bodyPr anchorCtr="0" anchor="ctr" bIns="0" lIns="0" spcFirstLastPara="1" rIns="0" wrap="square" tIns="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99" name="Google Shape;99;p79"/>
          <p:cNvSpPr txBox="1"/>
          <p:nvPr>
            <p:ph idx="1" type="body"/>
          </p:nvPr>
        </p:nvSpPr>
        <p:spPr>
          <a:xfrm>
            <a:off x="609480" y="1604520"/>
            <a:ext cx="5354280" cy="189684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00" name="Google Shape;100;p79"/>
          <p:cNvSpPr txBox="1"/>
          <p:nvPr>
            <p:ph idx="2" type="body"/>
          </p:nvPr>
        </p:nvSpPr>
        <p:spPr>
          <a:xfrm>
            <a:off x="6231960" y="1604520"/>
            <a:ext cx="5354280" cy="189684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01" name="Google Shape;101;p79"/>
          <p:cNvSpPr txBox="1"/>
          <p:nvPr>
            <p:ph idx="3" type="body"/>
          </p:nvPr>
        </p:nvSpPr>
        <p:spPr>
          <a:xfrm>
            <a:off x="609480" y="3682080"/>
            <a:ext cx="5354280" cy="189684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02" name="Google Shape;102;p79"/>
          <p:cNvSpPr txBox="1"/>
          <p:nvPr>
            <p:ph idx="4" type="body"/>
          </p:nvPr>
        </p:nvSpPr>
        <p:spPr>
          <a:xfrm>
            <a:off x="6231960" y="3682080"/>
            <a:ext cx="5354280" cy="189684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6 Content">
  <p:cSld name="Title, 6 Content">
    <p:spTree>
      <p:nvGrpSpPr>
        <p:cNvPr id="103" name="Shape 103"/>
        <p:cNvGrpSpPr/>
        <p:nvPr/>
      </p:nvGrpSpPr>
      <p:grpSpPr>
        <a:xfrm>
          <a:off x="0" y="0"/>
          <a:ext cx="0" cy="0"/>
          <a:chOff x="0" y="0"/>
          <a:chExt cx="0" cy="0"/>
        </a:xfrm>
      </p:grpSpPr>
      <p:sp>
        <p:nvSpPr>
          <p:cNvPr id="104" name="Google Shape;104;p80"/>
          <p:cNvSpPr txBox="1"/>
          <p:nvPr>
            <p:ph type="title"/>
          </p:nvPr>
        </p:nvSpPr>
        <p:spPr>
          <a:xfrm>
            <a:off x="609480" y="273600"/>
            <a:ext cx="10972440" cy="1144800"/>
          </a:xfrm>
          <a:prstGeom prst="rect">
            <a:avLst/>
          </a:prstGeom>
          <a:noFill/>
          <a:ln>
            <a:noFill/>
          </a:ln>
        </p:spPr>
        <p:txBody>
          <a:bodyPr anchorCtr="0" anchor="ctr" bIns="0" lIns="0" spcFirstLastPara="1" rIns="0" wrap="square" tIns="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05" name="Google Shape;105;p80"/>
          <p:cNvSpPr txBox="1"/>
          <p:nvPr>
            <p:ph idx="1" type="body"/>
          </p:nvPr>
        </p:nvSpPr>
        <p:spPr>
          <a:xfrm>
            <a:off x="609480" y="1604520"/>
            <a:ext cx="3533040" cy="189684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06" name="Google Shape;106;p80"/>
          <p:cNvSpPr txBox="1"/>
          <p:nvPr>
            <p:ph idx="2" type="body"/>
          </p:nvPr>
        </p:nvSpPr>
        <p:spPr>
          <a:xfrm>
            <a:off x="4319640" y="1604520"/>
            <a:ext cx="3533040" cy="189684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07" name="Google Shape;107;p80"/>
          <p:cNvSpPr txBox="1"/>
          <p:nvPr>
            <p:ph idx="3" type="body"/>
          </p:nvPr>
        </p:nvSpPr>
        <p:spPr>
          <a:xfrm>
            <a:off x="8029800" y="1604520"/>
            <a:ext cx="3533040" cy="189684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08" name="Google Shape;108;p80"/>
          <p:cNvSpPr txBox="1"/>
          <p:nvPr>
            <p:ph idx="4" type="body"/>
          </p:nvPr>
        </p:nvSpPr>
        <p:spPr>
          <a:xfrm>
            <a:off x="609480" y="3682080"/>
            <a:ext cx="3533040" cy="189684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09" name="Google Shape;109;p80"/>
          <p:cNvSpPr txBox="1"/>
          <p:nvPr>
            <p:ph idx="5" type="body"/>
          </p:nvPr>
        </p:nvSpPr>
        <p:spPr>
          <a:xfrm>
            <a:off x="4319640" y="3682080"/>
            <a:ext cx="3533040" cy="189684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10" name="Google Shape;110;p80"/>
          <p:cNvSpPr txBox="1"/>
          <p:nvPr>
            <p:ph idx="6" type="body"/>
          </p:nvPr>
        </p:nvSpPr>
        <p:spPr>
          <a:xfrm>
            <a:off x="8029800" y="3682080"/>
            <a:ext cx="3533040" cy="189684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Slide" type="blank">
  <p:cSld name="BLANK">
    <p:spTree>
      <p:nvGrpSpPr>
        <p:cNvPr id="114" name="Shape 114"/>
        <p:cNvGrpSpPr/>
        <p:nvPr/>
      </p:nvGrpSpPr>
      <p:grpSpPr>
        <a:xfrm>
          <a:off x="0" y="0"/>
          <a:ext cx="0" cy="0"/>
          <a:chOff x="0" y="0"/>
          <a:chExt cx="0" cy="0"/>
        </a:xfrm>
      </p:grpSpPr>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x">
  <p:cSld name="TITLE_AND_BODY">
    <p:spTree>
      <p:nvGrpSpPr>
        <p:cNvPr id="115" name="Shape 115"/>
        <p:cNvGrpSpPr/>
        <p:nvPr/>
      </p:nvGrpSpPr>
      <p:grpSpPr>
        <a:xfrm>
          <a:off x="0" y="0"/>
          <a:ext cx="0" cy="0"/>
          <a:chOff x="0" y="0"/>
          <a:chExt cx="0" cy="0"/>
        </a:xfrm>
      </p:grpSpPr>
      <p:sp>
        <p:nvSpPr>
          <p:cNvPr id="116" name="Google Shape;116;p81"/>
          <p:cNvSpPr txBox="1"/>
          <p:nvPr>
            <p:ph type="title"/>
          </p:nvPr>
        </p:nvSpPr>
        <p:spPr>
          <a:xfrm>
            <a:off x="609480" y="273600"/>
            <a:ext cx="10972440" cy="1144800"/>
          </a:xfrm>
          <a:prstGeom prst="rect">
            <a:avLst/>
          </a:prstGeom>
          <a:noFill/>
          <a:ln>
            <a:noFill/>
          </a:ln>
        </p:spPr>
        <p:txBody>
          <a:bodyPr anchorCtr="0" anchor="ctr" bIns="0" lIns="0" spcFirstLastPara="1" rIns="0" wrap="square" tIns="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17" name="Google Shape;117;p81"/>
          <p:cNvSpPr txBox="1"/>
          <p:nvPr>
            <p:ph idx="1" type="subTitle"/>
          </p:nvPr>
        </p:nvSpPr>
        <p:spPr>
          <a:xfrm>
            <a:off x="609480" y="1604520"/>
            <a:ext cx="10972440" cy="3977280"/>
          </a:xfrm>
          <a:prstGeom prst="rect">
            <a:avLst/>
          </a:prstGeom>
          <a:noFill/>
          <a:ln>
            <a:noFill/>
          </a:ln>
        </p:spPr>
        <p:txBody>
          <a:bodyPr anchorCtr="0" anchor="ctr" bIns="0" lIns="0" spcFirstLastPara="1" rIns="0" wrap="square" tIns="0">
            <a:noAutofit/>
          </a:bodyPr>
          <a:lstStyle>
            <a:lvl1pPr lvl="0" algn="l">
              <a:lnSpc>
                <a:spcPct val="90000"/>
              </a:lnSpc>
              <a:spcBef>
                <a:spcPts val="1000"/>
              </a:spcBef>
              <a:spcAft>
                <a:spcPts val="0"/>
              </a:spcAft>
              <a:buClr>
                <a:schemeClr val="dk1"/>
              </a:buClr>
              <a:buSzPts val="1800"/>
              <a:buChar char="•"/>
              <a:defRPr/>
            </a:lvl1pPr>
            <a:lvl2pPr lvl="1" algn="l">
              <a:lnSpc>
                <a:spcPct val="90000"/>
              </a:lnSpc>
              <a:spcBef>
                <a:spcPts val="500"/>
              </a:spcBef>
              <a:spcAft>
                <a:spcPts val="0"/>
              </a:spcAft>
              <a:buClr>
                <a:schemeClr val="dk1"/>
              </a:buClr>
              <a:buSzPts val="1800"/>
              <a:buChar char="•"/>
              <a:defRPr/>
            </a:lvl2pPr>
            <a:lvl3pPr lvl="2" algn="l">
              <a:lnSpc>
                <a:spcPct val="90000"/>
              </a:lnSpc>
              <a:spcBef>
                <a:spcPts val="500"/>
              </a:spcBef>
              <a:spcAft>
                <a:spcPts val="0"/>
              </a:spcAft>
              <a:buClr>
                <a:schemeClr val="dk1"/>
              </a:buClr>
              <a:buSzPts val="1800"/>
              <a:buChar char="•"/>
              <a:defRPr/>
            </a:lvl3pPr>
            <a:lvl4pPr lvl="3" algn="l">
              <a:lnSpc>
                <a:spcPct val="90000"/>
              </a:lnSpc>
              <a:spcBef>
                <a:spcPts val="500"/>
              </a:spcBef>
              <a:spcAft>
                <a:spcPts val="0"/>
              </a:spcAft>
              <a:buClr>
                <a:schemeClr val="dk1"/>
              </a:buClr>
              <a:buSzPts val="1800"/>
              <a:buChar char="•"/>
              <a:defRPr/>
            </a:lvl4pPr>
            <a:lvl5pPr lvl="4" algn="l">
              <a:lnSpc>
                <a:spcPct val="90000"/>
              </a:lnSpc>
              <a:spcBef>
                <a:spcPts val="500"/>
              </a:spcBef>
              <a:spcAft>
                <a:spcPts val="0"/>
              </a:spcAft>
              <a:buClr>
                <a:schemeClr val="dk1"/>
              </a:buClr>
              <a:buSzPts val="1800"/>
              <a:buChar char="•"/>
              <a:defRPr/>
            </a:lvl5pPr>
            <a:lvl6pPr lvl="5" algn="l">
              <a:lnSpc>
                <a:spcPct val="90000"/>
              </a:lnSpc>
              <a:spcBef>
                <a:spcPts val="500"/>
              </a:spcBef>
              <a:spcAft>
                <a:spcPts val="0"/>
              </a:spcAft>
              <a:buClr>
                <a:schemeClr val="dk1"/>
              </a:buClr>
              <a:buSzPts val="1800"/>
              <a:buChar char="•"/>
              <a:defRPr/>
            </a:lvl6pPr>
            <a:lvl7pPr lvl="6" algn="l">
              <a:lnSpc>
                <a:spcPct val="90000"/>
              </a:lnSpc>
              <a:spcBef>
                <a:spcPts val="500"/>
              </a:spcBef>
              <a:spcAft>
                <a:spcPts val="0"/>
              </a:spcAft>
              <a:buClr>
                <a:schemeClr val="dk1"/>
              </a:buClr>
              <a:buSzPts val="1800"/>
              <a:buChar char="•"/>
              <a:defRPr/>
            </a:lvl7pPr>
            <a:lvl8pPr lvl="7" algn="l">
              <a:lnSpc>
                <a:spcPct val="90000"/>
              </a:lnSpc>
              <a:spcBef>
                <a:spcPts val="500"/>
              </a:spcBef>
              <a:spcAft>
                <a:spcPts val="0"/>
              </a:spcAft>
              <a:buClr>
                <a:schemeClr val="dk1"/>
              </a:buClr>
              <a:buSzPts val="1800"/>
              <a:buChar char="•"/>
              <a:defRPr/>
            </a:lvl8pPr>
            <a:lvl9pPr lvl="8"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Content" type="obj">
  <p:cSld name="OBJECT">
    <p:spTree>
      <p:nvGrpSpPr>
        <p:cNvPr id="118" name="Shape 118"/>
        <p:cNvGrpSpPr/>
        <p:nvPr/>
      </p:nvGrpSpPr>
      <p:grpSpPr>
        <a:xfrm>
          <a:off x="0" y="0"/>
          <a:ext cx="0" cy="0"/>
          <a:chOff x="0" y="0"/>
          <a:chExt cx="0" cy="0"/>
        </a:xfrm>
      </p:grpSpPr>
      <p:sp>
        <p:nvSpPr>
          <p:cNvPr id="119" name="Google Shape;119;p82"/>
          <p:cNvSpPr txBox="1"/>
          <p:nvPr>
            <p:ph type="title"/>
          </p:nvPr>
        </p:nvSpPr>
        <p:spPr>
          <a:xfrm>
            <a:off x="609480" y="273600"/>
            <a:ext cx="10972440" cy="1144800"/>
          </a:xfrm>
          <a:prstGeom prst="rect">
            <a:avLst/>
          </a:prstGeom>
          <a:noFill/>
          <a:ln>
            <a:noFill/>
          </a:ln>
        </p:spPr>
        <p:txBody>
          <a:bodyPr anchorCtr="0" anchor="ctr" bIns="0" lIns="0" spcFirstLastPara="1" rIns="0" wrap="square" tIns="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20" name="Google Shape;120;p82"/>
          <p:cNvSpPr txBox="1"/>
          <p:nvPr>
            <p:ph idx="1" type="body"/>
          </p:nvPr>
        </p:nvSpPr>
        <p:spPr>
          <a:xfrm>
            <a:off x="609480" y="1604520"/>
            <a:ext cx="10972440" cy="397728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2 Content" type="twoObj">
  <p:cSld name="TWO_OBJECTS">
    <p:spTree>
      <p:nvGrpSpPr>
        <p:cNvPr id="121" name="Shape 121"/>
        <p:cNvGrpSpPr/>
        <p:nvPr/>
      </p:nvGrpSpPr>
      <p:grpSpPr>
        <a:xfrm>
          <a:off x="0" y="0"/>
          <a:ext cx="0" cy="0"/>
          <a:chOff x="0" y="0"/>
          <a:chExt cx="0" cy="0"/>
        </a:xfrm>
      </p:grpSpPr>
      <p:sp>
        <p:nvSpPr>
          <p:cNvPr id="122" name="Google Shape;122;p83"/>
          <p:cNvSpPr txBox="1"/>
          <p:nvPr>
            <p:ph type="title"/>
          </p:nvPr>
        </p:nvSpPr>
        <p:spPr>
          <a:xfrm>
            <a:off x="609480" y="273600"/>
            <a:ext cx="10972440" cy="1144800"/>
          </a:xfrm>
          <a:prstGeom prst="rect">
            <a:avLst/>
          </a:prstGeom>
          <a:noFill/>
          <a:ln>
            <a:noFill/>
          </a:ln>
        </p:spPr>
        <p:txBody>
          <a:bodyPr anchorCtr="0" anchor="ctr" bIns="0" lIns="0" spcFirstLastPara="1" rIns="0" wrap="square" tIns="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23" name="Google Shape;123;p83"/>
          <p:cNvSpPr txBox="1"/>
          <p:nvPr>
            <p:ph idx="1" type="body"/>
          </p:nvPr>
        </p:nvSpPr>
        <p:spPr>
          <a:xfrm>
            <a:off x="609480" y="1604520"/>
            <a:ext cx="5354280" cy="397728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24" name="Google Shape;124;p83"/>
          <p:cNvSpPr txBox="1"/>
          <p:nvPr>
            <p:ph idx="2" type="body"/>
          </p:nvPr>
        </p:nvSpPr>
        <p:spPr>
          <a:xfrm>
            <a:off x="6231960" y="1604520"/>
            <a:ext cx="5354280" cy="397728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25" name="Shape 125"/>
        <p:cNvGrpSpPr/>
        <p:nvPr/>
      </p:nvGrpSpPr>
      <p:grpSpPr>
        <a:xfrm>
          <a:off x="0" y="0"/>
          <a:ext cx="0" cy="0"/>
          <a:chOff x="0" y="0"/>
          <a:chExt cx="0" cy="0"/>
        </a:xfrm>
      </p:grpSpPr>
      <p:sp>
        <p:nvSpPr>
          <p:cNvPr id="126" name="Google Shape;126;p84"/>
          <p:cNvSpPr txBox="1"/>
          <p:nvPr>
            <p:ph type="title"/>
          </p:nvPr>
        </p:nvSpPr>
        <p:spPr>
          <a:xfrm>
            <a:off x="609480" y="273600"/>
            <a:ext cx="10972440" cy="1144800"/>
          </a:xfrm>
          <a:prstGeom prst="rect">
            <a:avLst/>
          </a:prstGeom>
          <a:noFill/>
          <a:ln>
            <a:noFill/>
          </a:ln>
        </p:spPr>
        <p:txBody>
          <a:bodyPr anchorCtr="0" anchor="ctr" bIns="0" lIns="0" spcFirstLastPara="1" rIns="0" wrap="square" tIns="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entered Text" type="objOnly">
  <p:cSld name="OBJECT_ONLY">
    <p:spTree>
      <p:nvGrpSpPr>
        <p:cNvPr id="127" name="Shape 127"/>
        <p:cNvGrpSpPr/>
        <p:nvPr/>
      </p:nvGrpSpPr>
      <p:grpSpPr>
        <a:xfrm>
          <a:off x="0" y="0"/>
          <a:ext cx="0" cy="0"/>
          <a:chOff x="0" y="0"/>
          <a:chExt cx="0" cy="0"/>
        </a:xfrm>
      </p:grpSpPr>
      <p:sp>
        <p:nvSpPr>
          <p:cNvPr id="128" name="Google Shape;128;p85"/>
          <p:cNvSpPr txBox="1"/>
          <p:nvPr>
            <p:ph idx="1" type="subTitle"/>
          </p:nvPr>
        </p:nvSpPr>
        <p:spPr>
          <a:xfrm>
            <a:off x="609480" y="273600"/>
            <a:ext cx="10972440" cy="5307840"/>
          </a:xfrm>
          <a:prstGeom prst="rect">
            <a:avLst/>
          </a:prstGeom>
          <a:noFill/>
          <a:ln>
            <a:noFill/>
          </a:ln>
        </p:spPr>
        <p:txBody>
          <a:bodyPr anchorCtr="0" anchor="ctr" bIns="0" lIns="0" spcFirstLastPara="1" rIns="0" wrap="square" tIns="0">
            <a:noAutofit/>
          </a:bodyPr>
          <a:lstStyle>
            <a:lvl1pPr lvl="0" algn="l">
              <a:lnSpc>
                <a:spcPct val="90000"/>
              </a:lnSpc>
              <a:spcBef>
                <a:spcPts val="1000"/>
              </a:spcBef>
              <a:spcAft>
                <a:spcPts val="0"/>
              </a:spcAft>
              <a:buClr>
                <a:schemeClr val="dk1"/>
              </a:buClr>
              <a:buSzPts val="1800"/>
              <a:buChar char="•"/>
              <a:defRPr/>
            </a:lvl1pPr>
            <a:lvl2pPr lvl="1" algn="l">
              <a:lnSpc>
                <a:spcPct val="90000"/>
              </a:lnSpc>
              <a:spcBef>
                <a:spcPts val="500"/>
              </a:spcBef>
              <a:spcAft>
                <a:spcPts val="0"/>
              </a:spcAft>
              <a:buClr>
                <a:schemeClr val="dk1"/>
              </a:buClr>
              <a:buSzPts val="1800"/>
              <a:buChar char="•"/>
              <a:defRPr/>
            </a:lvl2pPr>
            <a:lvl3pPr lvl="2" algn="l">
              <a:lnSpc>
                <a:spcPct val="90000"/>
              </a:lnSpc>
              <a:spcBef>
                <a:spcPts val="500"/>
              </a:spcBef>
              <a:spcAft>
                <a:spcPts val="0"/>
              </a:spcAft>
              <a:buClr>
                <a:schemeClr val="dk1"/>
              </a:buClr>
              <a:buSzPts val="1800"/>
              <a:buChar char="•"/>
              <a:defRPr/>
            </a:lvl3pPr>
            <a:lvl4pPr lvl="3" algn="l">
              <a:lnSpc>
                <a:spcPct val="90000"/>
              </a:lnSpc>
              <a:spcBef>
                <a:spcPts val="500"/>
              </a:spcBef>
              <a:spcAft>
                <a:spcPts val="0"/>
              </a:spcAft>
              <a:buClr>
                <a:schemeClr val="dk1"/>
              </a:buClr>
              <a:buSzPts val="1800"/>
              <a:buChar char="•"/>
              <a:defRPr/>
            </a:lvl4pPr>
            <a:lvl5pPr lvl="4" algn="l">
              <a:lnSpc>
                <a:spcPct val="90000"/>
              </a:lnSpc>
              <a:spcBef>
                <a:spcPts val="500"/>
              </a:spcBef>
              <a:spcAft>
                <a:spcPts val="0"/>
              </a:spcAft>
              <a:buClr>
                <a:schemeClr val="dk1"/>
              </a:buClr>
              <a:buSzPts val="1800"/>
              <a:buChar char="•"/>
              <a:defRPr/>
            </a:lvl5pPr>
            <a:lvl6pPr lvl="5" algn="l">
              <a:lnSpc>
                <a:spcPct val="90000"/>
              </a:lnSpc>
              <a:spcBef>
                <a:spcPts val="500"/>
              </a:spcBef>
              <a:spcAft>
                <a:spcPts val="0"/>
              </a:spcAft>
              <a:buClr>
                <a:schemeClr val="dk1"/>
              </a:buClr>
              <a:buSzPts val="1800"/>
              <a:buChar char="•"/>
              <a:defRPr/>
            </a:lvl6pPr>
            <a:lvl7pPr lvl="6" algn="l">
              <a:lnSpc>
                <a:spcPct val="90000"/>
              </a:lnSpc>
              <a:spcBef>
                <a:spcPts val="500"/>
              </a:spcBef>
              <a:spcAft>
                <a:spcPts val="0"/>
              </a:spcAft>
              <a:buClr>
                <a:schemeClr val="dk1"/>
              </a:buClr>
              <a:buSzPts val="1800"/>
              <a:buChar char="•"/>
              <a:defRPr/>
            </a:lvl7pPr>
            <a:lvl8pPr lvl="7" algn="l">
              <a:lnSpc>
                <a:spcPct val="90000"/>
              </a:lnSpc>
              <a:spcBef>
                <a:spcPts val="500"/>
              </a:spcBef>
              <a:spcAft>
                <a:spcPts val="0"/>
              </a:spcAft>
              <a:buClr>
                <a:schemeClr val="dk1"/>
              </a:buClr>
              <a:buSzPts val="1800"/>
              <a:buChar char="•"/>
              <a:defRPr/>
            </a:lvl8pPr>
            <a:lvl9pPr lvl="8"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2 Content and Content" type="twoObjAndObj">
  <p:cSld name="TWO_OBJECTS_AND_OBJECT">
    <p:spTree>
      <p:nvGrpSpPr>
        <p:cNvPr id="129" name="Shape 129"/>
        <p:cNvGrpSpPr/>
        <p:nvPr/>
      </p:nvGrpSpPr>
      <p:grpSpPr>
        <a:xfrm>
          <a:off x="0" y="0"/>
          <a:ext cx="0" cy="0"/>
          <a:chOff x="0" y="0"/>
          <a:chExt cx="0" cy="0"/>
        </a:xfrm>
      </p:grpSpPr>
      <p:sp>
        <p:nvSpPr>
          <p:cNvPr id="130" name="Google Shape;130;p86"/>
          <p:cNvSpPr txBox="1"/>
          <p:nvPr>
            <p:ph type="title"/>
          </p:nvPr>
        </p:nvSpPr>
        <p:spPr>
          <a:xfrm>
            <a:off x="609480" y="273600"/>
            <a:ext cx="10972440" cy="1144800"/>
          </a:xfrm>
          <a:prstGeom prst="rect">
            <a:avLst/>
          </a:prstGeom>
          <a:noFill/>
          <a:ln>
            <a:noFill/>
          </a:ln>
        </p:spPr>
        <p:txBody>
          <a:bodyPr anchorCtr="0" anchor="ctr" bIns="0" lIns="0" spcFirstLastPara="1" rIns="0" wrap="square" tIns="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31" name="Google Shape;131;p86"/>
          <p:cNvSpPr txBox="1"/>
          <p:nvPr>
            <p:ph idx="1" type="body"/>
          </p:nvPr>
        </p:nvSpPr>
        <p:spPr>
          <a:xfrm>
            <a:off x="609480" y="1604520"/>
            <a:ext cx="5354280" cy="189684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32" name="Google Shape;132;p86"/>
          <p:cNvSpPr txBox="1"/>
          <p:nvPr>
            <p:ph idx="2" type="body"/>
          </p:nvPr>
        </p:nvSpPr>
        <p:spPr>
          <a:xfrm>
            <a:off x="6231960" y="1604520"/>
            <a:ext cx="5354280" cy="397728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33" name="Google Shape;133;p86"/>
          <p:cNvSpPr txBox="1"/>
          <p:nvPr>
            <p:ph idx="3" type="body"/>
          </p:nvPr>
        </p:nvSpPr>
        <p:spPr>
          <a:xfrm>
            <a:off x="609480" y="3682080"/>
            <a:ext cx="5354280" cy="189684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Content and 2 Content" type="objAndTwoObj">
  <p:cSld name="OBJECT_AND_TWO_OBJECTS">
    <p:spTree>
      <p:nvGrpSpPr>
        <p:cNvPr id="134" name="Shape 134"/>
        <p:cNvGrpSpPr/>
        <p:nvPr/>
      </p:nvGrpSpPr>
      <p:grpSpPr>
        <a:xfrm>
          <a:off x="0" y="0"/>
          <a:ext cx="0" cy="0"/>
          <a:chOff x="0" y="0"/>
          <a:chExt cx="0" cy="0"/>
        </a:xfrm>
      </p:grpSpPr>
      <p:sp>
        <p:nvSpPr>
          <p:cNvPr id="135" name="Google Shape;135;p87"/>
          <p:cNvSpPr txBox="1"/>
          <p:nvPr>
            <p:ph type="title"/>
          </p:nvPr>
        </p:nvSpPr>
        <p:spPr>
          <a:xfrm>
            <a:off x="609480" y="273600"/>
            <a:ext cx="10972440" cy="1144800"/>
          </a:xfrm>
          <a:prstGeom prst="rect">
            <a:avLst/>
          </a:prstGeom>
          <a:noFill/>
          <a:ln>
            <a:noFill/>
          </a:ln>
        </p:spPr>
        <p:txBody>
          <a:bodyPr anchorCtr="0" anchor="ctr" bIns="0" lIns="0" spcFirstLastPara="1" rIns="0" wrap="square" tIns="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36" name="Google Shape;136;p87"/>
          <p:cNvSpPr txBox="1"/>
          <p:nvPr>
            <p:ph idx="1" type="body"/>
          </p:nvPr>
        </p:nvSpPr>
        <p:spPr>
          <a:xfrm>
            <a:off x="609480" y="1604520"/>
            <a:ext cx="5354280" cy="397728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37" name="Google Shape;137;p87"/>
          <p:cNvSpPr txBox="1"/>
          <p:nvPr>
            <p:ph idx="2" type="body"/>
          </p:nvPr>
        </p:nvSpPr>
        <p:spPr>
          <a:xfrm>
            <a:off x="6231960" y="1604520"/>
            <a:ext cx="5354280" cy="189684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38" name="Google Shape;138;p87"/>
          <p:cNvSpPr txBox="1"/>
          <p:nvPr>
            <p:ph idx="3" type="body"/>
          </p:nvPr>
        </p:nvSpPr>
        <p:spPr>
          <a:xfrm>
            <a:off x="6231960" y="3682080"/>
            <a:ext cx="5354280" cy="189684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2 Content over Content" type="twoObjOverTx">
  <p:cSld name="TWO_OBJECTS_OVER_TEXT">
    <p:spTree>
      <p:nvGrpSpPr>
        <p:cNvPr id="139" name="Shape 139"/>
        <p:cNvGrpSpPr/>
        <p:nvPr/>
      </p:nvGrpSpPr>
      <p:grpSpPr>
        <a:xfrm>
          <a:off x="0" y="0"/>
          <a:ext cx="0" cy="0"/>
          <a:chOff x="0" y="0"/>
          <a:chExt cx="0" cy="0"/>
        </a:xfrm>
      </p:grpSpPr>
      <p:sp>
        <p:nvSpPr>
          <p:cNvPr id="140" name="Google Shape;140;p88"/>
          <p:cNvSpPr txBox="1"/>
          <p:nvPr>
            <p:ph type="title"/>
          </p:nvPr>
        </p:nvSpPr>
        <p:spPr>
          <a:xfrm>
            <a:off x="609480" y="273600"/>
            <a:ext cx="10972440" cy="1144800"/>
          </a:xfrm>
          <a:prstGeom prst="rect">
            <a:avLst/>
          </a:prstGeom>
          <a:noFill/>
          <a:ln>
            <a:noFill/>
          </a:ln>
        </p:spPr>
        <p:txBody>
          <a:bodyPr anchorCtr="0" anchor="ctr" bIns="0" lIns="0" spcFirstLastPara="1" rIns="0" wrap="square" tIns="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41" name="Google Shape;141;p88"/>
          <p:cNvSpPr txBox="1"/>
          <p:nvPr>
            <p:ph idx="1" type="body"/>
          </p:nvPr>
        </p:nvSpPr>
        <p:spPr>
          <a:xfrm>
            <a:off x="609480" y="1604520"/>
            <a:ext cx="5354280" cy="189684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42" name="Google Shape;142;p88"/>
          <p:cNvSpPr txBox="1"/>
          <p:nvPr>
            <p:ph idx="2" type="body"/>
          </p:nvPr>
        </p:nvSpPr>
        <p:spPr>
          <a:xfrm>
            <a:off x="6231960" y="1604520"/>
            <a:ext cx="5354280" cy="189684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43" name="Google Shape;143;p88"/>
          <p:cNvSpPr txBox="1"/>
          <p:nvPr>
            <p:ph idx="3" type="body"/>
          </p:nvPr>
        </p:nvSpPr>
        <p:spPr>
          <a:xfrm>
            <a:off x="609480" y="3682080"/>
            <a:ext cx="10972440" cy="189684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Content over Content" type="objOverTx">
  <p:cSld name="OBJECT_OVER_TEXT">
    <p:spTree>
      <p:nvGrpSpPr>
        <p:cNvPr id="144" name="Shape 144"/>
        <p:cNvGrpSpPr/>
        <p:nvPr/>
      </p:nvGrpSpPr>
      <p:grpSpPr>
        <a:xfrm>
          <a:off x="0" y="0"/>
          <a:ext cx="0" cy="0"/>
          <a:chOff x="0" y="0"/>
          <a:chExt cx="0" cy="0"/>
        </a:xfrm>
      </p:grpSpPr>
      <p:sp>
        <p:nvSpPr>
          <p:cNvPr id="145" name="Google Shape;145;p89"/>
          <p:cNvSpPr txBox="1"/>
          <p:nvPr>
            <p:ph type="title"/>
          </p:nvPr>
        </p:nvSpPr>
        <p:spPr>
          <a:xfrm>
            <a:off x="609480" y="273600"/>
            <a:ext cx="10972440" cy="1144800"/>
          </a:xfrm>
          <a:prstGeom prst="rect">
            <a:avLst/>
          </a:prstGeom>
          <a:noFill/>
          <a:ln>
            <a:noFill/>
          </a:ln>
        </p:spPr>
        <p:txBody>
          <a:bodyPr anchorCtr="0" anchor="ctr" bIns="0" lIns="0" spcFirstLastPara="1" rIns="0" wrap="square" tIns="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46" name="Google Shape;146;p89"/>
          <p:cNvSpPr txBox="1"/>
          <p:nvPr>
            <p:ph idx="1" type="body"/>
          </p:nvPr>
        </p:nvSpPr>
        <p:spPr>
          <a:xfrm>
            <a:off x="609480" y="1604520"/>
            <a:ext cx="10972440" cy="189684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47" name="Google Shape;147;p89"/>
          <p:cNvSpPr txBox="1"/>
          <p:nvPr>
            <p:ph idx="2" type="body"/>
          </p:nvPr>
        </p:nvSpPr>
        <p:spPr>
          <a:xfrm>
            <a:off x="609480" y="3682080"/>
            <a:ext cx="10972440" cy="189684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4 Content" type="fourObj">
  <p:cSld name="FOUR_OBJECTS">
    <p:spTree>
      <p:nvGrpSpPr>
        <p:cNvPr id="148" name="Shape 148"/>
        <p:cNvGrpSpPr/>
        <p:nvPr/>
      </p:nvGrpSpPr>
      <p:grpSpPr>
        <a:xfrm>
          <a:off x="0" y="0"/>
          <a:ext cx="0" cy="0"/>
          <a:chOff x="0" y="0"/>
          <a:chExt cx="0" cy="0"/>
        </a:xfrm>
      </p:grpSpPr>
      <p:sp>
        <p:nvSpPr>
          <p:cNvPr id="149" name="Google Shape;149;p90"/>
          <p:cNvSpPr txBox="1"/>
          <p:nvPr>
            <p:ph type="title"/>
          </p:nvPr>
        </p:nvSpPr>
        <p:spPr>
          <a:xfrm>
            <a:off x="609480" y="273600"/>
            <a:ext cx="10972440" cy="1144800"/>
          </a:xfrm>
          <a:prstGeom prst="rect">
            <a:avLst/>
          </a:prstGeom>
          <a:noFill/>
          <a:ln>
            <a:noFill/>
          </a:ln>
        </p:spPr>
        <p:txBody>
          <a:bodyPr anchorCtr="0" anchor="ctr" bIns="0" lIns="0" spcFirstLastPara="1" rIns="0" wrap="square" tIns="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50" name="Google Shape;150;p90"/>
          <p:cNvSpPr txBox="1"/>
          <p:nvPr>
            <p:ph idx="1" type="body"/>
          </p:nvPr>
        </p:nvSpPr>
        <p:spPr>
          <a:xfrm>
            <a:off x="609480" y="1604520"/>
            <a:ext cx="5354280" cy="189684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51" name="Google Shape;151;p90"/>
          <p:cNvSpPr txBox="1"/>
          <p:nvPr>
            <p:ph idx="2" type="body"/>
          </p:nvPr>
        </p:nvSpPr>
        <p:spPr>
          <a:xfrm>
            <a:off x="6231960" y="1604520"/>
            <a:ext cx="5354280" cy="189684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52" name="Google Shape;152;p90"/>
          <p:cNvSpPr txBox="1"/>
          <p:nvPr>
            <p:ph idx="3" type="body"/>
          </p:nvPr>
        </p:nvSpPr>
        <p:spPr>
          <a:xfrm>
            <a:off x="609480" y="3682080"/>
            <a:ext cx="5354280" cy="189684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53" name="Google Shape;153;p90"/>
          <p:cNvSpPr txBox="1"/>
          <p:nvPr>
            <p:ph idx="4" type="body"/>
          </p:nvPr>
        </p:nvSpPr>
        <p:spPr>
          <a:xfrm>
            <a:off x="6231960" y="3682080"/>
            <a:ext cx="5354280" cy="189684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6 Content">
  <p:cSld name="Title, 6 Content">
    <p:spTree>
      <p:nvGrpSpPr>
        <p:cNvPr id="154" name="Shape 154"/>
        <p:cNvGrpSpPr/>
        <p:nvPr/>
      </p:nvGrpSpPr>
      <p:grpSpPr>
        <a:xfrm>
          <a:off x="0" y="0"/>
          <a:ext cx="0" cy="0"/>
          <a:chOff x="0" y="0"/>
          <a:chExt cx="0" cy="0"/>
        </a:xfrm>
      </p:grpSpPr>
      <p:sp>
        <p:nvSpPr>
          <p:cNvPr id="155" name="Google Shape;155;p91"/>
          <p:cNvSpPr txBox="1"/>
          <p:nvPr>
            <p:ph type="title"/>
          </p:nvPr>
        </p:nvSpPr>
        <p:spPr>
          <a:xfrm>
            <a:off x="609480" y="273600"/>
            <a:ext cx="10972440" cy="1144800"/>
          </a:xfrm>
          <a:prstGeom prst="rect">
            <a:avLst/>
          </a:prstGeom>
          <a:noFill/>
          <a:ln>
            <a:noFill/>
          </a:ln>
        </p:spPr>
        <p:txBody>
          <a:bodyPr anchorCtr="0" anchor="ctr" bIns="0" lIns="0" spcFirstLastPara="1" rIns="0" wrap="square" tIns="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56" name="Google Shape;156;p91"/>
          <p:cNvSpPr txBox="1"/>
          <p:nvPr>
            <p:ph idx="1" type="body"/>
          </p:nvPr>
        </p:nvSpPr>
        <p:spPr>
          <a:xfrm>
            <a:off x="609480" y="1604520"/>
            <a:ext cx="3533040" cy="189684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57" name="Google Shape;157;p91"/>
          <p:cNvSpPr txBox="1"/>
          <p:nvPr>
            <p:ph idx="2" type="body"/>
          </p:nvPr>
        </p:nvSpPr>
        <p:spPr>
          <a:xfrm>
            <a:off x="4319640" y="1604520"/>
            <a:ext cx="3533040" cy="189684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58" name="Google Shape;158;p91"/>
          <p:cNvSpPr txBox="1"/>
          <p:nvPr>
            <p:ph idx="3" type="body"/>
          </p:nvPr>
        </p:nvSpPr>
        <p:spPr>
          <a:xfrm>
            <a:off x="8029800" y="1604520"/>
            <a:ext cx="3533040" cy="189684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59" name="Google Shape;159;p91"/>
          <p:cNvSpPr txBox="1"/>
          <p:nvPr>
            <p:ph idx="4" type="body"/>
          </p:nvPr>
        </p:nvSpPr>
        <p:spPr>
          <a:xfrm>
            <a:off x="609480" y="3682080"/>
            <a:ext cx="3533040" cy="189684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60" name="Google Shape;160;p91"/>
          <p:cNvSpPr txBox="1"/>
          <p:nvPr>
            <p:ph idx="5" type="body"/>
          </p:nvPr>
        </p:nvSpPr>
        <p:spPr>
          <a:xfrm>
            <a:off x="4319640" y="3682080"/>
            <a:ext cx="3533040" cy="189684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61" name="Google Shape;161;p91"/>
          <p:cNvSpPr txBox="1"/>
          <p:nvPr>
            <p:ph idx="6" type="body"/>
          </p:nvPr>
        </p:nvSpPr>
        <p:spPr>
          <a:xfrm>
            <a:off x="8029800" y="3682080"/>
            <a:ext cx="3533040" cy="189684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0.xml"/><Relationship Id="rId10" Type="http://schemas.openxmlformats.org/officeDocument/2006/relationships/slideLayout" Target="../slideLayouts/slideLayout9.xml"/><Relationship Id="rId13" Type="http://schemas.openxmlformats.org/officeDocument/2006/relationships/slideLayout" Target="../slideLayouts/slideLayout12.xml"/><Relationship Id="rId12" Type="http://schemas.openxmlformats.org/officeDocument/2006/relationships/slideLayout" Target="../slideLayouts/slideLayout11.xml"/><Relationship Id="rId1" Type="http://schemas.openxmlformats.org/officeDocument/2006/relationships/image" Target="../media/image1.pn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9" Type="http://schemas.openxmlformats.org/officeDocument/2006/relationships/slideLayout" Target="../slideLayouts/slideLayout8.xml"/><Relationship Id="rId14" Type="http://schemas.openxmlformats.org/officeDocument/2006/relationships/theme" Target="../theme/theme1.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s>
</file>

<file path=ppt/slideMasters/_rels/slideMaster2.xml.rels><?xml version="1.0" encoding="UTF-8" standalone="yes"?><Relationships xmlns="http://schemas.openxmlformats.org/package/2006/relationships"><Relationship Id="rId11" Type="http://schemas.openxmlformats.org/officeDocument/2006/relationships/slideLayout" Target="../slideLayouts/slideLayout22.xml"/><Relationship Id="rId10" Type="http://schemas.openxmlformats.org/officeDocument/2006/relationships/slideLayout" Target="../slideLayouts/slideLayout21.xml"/><Relationship Id="rId13" Type="http://schemas.openxmlformats.org/officeDocument/2006/relationships/slideLayout" Target="../slideLayouts/slideLayout24.xml"/><Relationship Id="rId12" Type="http://schemas.openxmlformats.org/officeDocument/2006/relationships/slideLayout" Target="../slideLayouts/slideLayout23.xml"/><Relationship Id="rId1" Type="http://schemas.openxmlformats.org/officeDocument/2006/relationships/image" Target="../media/image2.png"/><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theme" Target="../theme/theme4.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s>
</file>

<file path=ppt/slideMasters/_rels/slideMaster3.xml.rels><?xml version="1.0" encoding="UTF-8" standalone="yes"?><Relationships xmlns="http://schemas.openxmlformats.org/package/2006/relationships"><Relationship Id="rId11" Type="http://schemas.openxmlformats.org/officeDocument/2006/relationships/slideLayout" Target="../slideLayouts/slideLayout34.xml"/><Relationship Id="rId10" Type="http://schemas.openxmlformats.org/officeDocument/2006/relationships/slideLayout" Target="../slideLayouts/slideLayout33.xml"/><Relationship Id="rId13" Type="http://schemas.openxmlformats.org/officeDocument/2006/relationships/slideLayout" Target="../slideLayouts/slideLayout36.xml"/><Relationship Id="rId12" Type="http://schemas.openxmlformats.org/officeDocument/2006/relationships/slideLayout" Target="../slideLayouts/slideLayout35.xml"/><Relationship Id="rId1" Type="http://schemas.openxmlformats.org/officeDocument/2006/relationships/image" Target="../media/image3.png"/><Relationship Id="rId2" Type="http://schemas.openxmlformats.org/officeDocument/2006/relationships/slideLayout" Target="../slideLayouts/slideLayout25.xml"/><Relationship Id="rId3" Type="http://schemas.openxmlformats.org/officeDocument/2006/relationships/slideLayout" Target="../slideLayouts/slideLayout26.xml"/><Relationship Id="rId4" Type="http://schemas.openxmlformats.org/officeDocument/2006/relationships/slideLayout" Target="../slideLayouts/slideLayout27.xml"/><Relationship Id="rId9" Type="http://schemas.openxmlformats.org/officeDocument/2006/relationships/slideLayout" Target="../slideLayouts/slideLayout32.xml"/><Relationship Id="rId14" Type="http://schemas.openxmlformats.org/officeDocument/2006/relationships/theme" Target="../theme/theme2.xml"/><Relationship Id="rId5" Type="http://schemas.openxmlformats.org/officeDocument/2006/relationships/slideLayout" Target="../slideLayouts/slideLayout28.xml"/><Relationship Id="rId6" Type="http://schemas.openxmlformats.org/officeDocument/2006/relationships/slideLayout" Target="../slideLayouts/slideLayout29.xml"/><Relationship Id="rId7" Type="http://schemas.openxmlformats.org/officeDocument/2006/relationships/slideLayout" Target="../slideLayouts/slideLayout30.xml"/><Relationship Id="rId8" Type="http://schemas.openxmlformats.org/officeDocument/2006/relationships/slideLayout" Target="../slideLayouts/slideLayout3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1">
            <a:alphaModFix/>
          </a:blip>
          <a:stretch>
            <a:fillRect/>
          </a:stretch>
        </a:blipFill>
      </p:bgPr>
    </p:bg>
    <p:spTree>
      <p:nvGrpSpPr>
        <p:cNvPr id="9" name="Shape 9"/>
        <p:cNvGrpSpPr/>
        <p:nvPr/>
      </p:nvGrpSpPr>
      <p:grpSpPr>
        <a:xfrm>
          <a:off x="0" y="0"/>
          <a:ext cx="0" cy="0"/>
          <a:chOff x="0" y="0"/>
          <a:chExt cx="0" cy="0"/>
        </a:xfrm>
      </p:grpSpPr>
      <p:sp>
        <p:nvSpPr>
          <p:cNvPr id="10" name="Google Shape;10;p40"/>
          <p:cNvSpPr txBox="1"/>
          <p:nvPr>
            <p:ph type="title"/>
          </p:nvPr>
        </p:nvSpPr>
        <p:spPr>
          <a:xfrm>
            <a:off x="609480" y="273600"/>
            <a:ext cx="10972440" cy="1144800"/>
          </a:xfrm>
          <a:prstGeom prst="rect">
            <a:avLst/>
          </a:prstGeom>
          <a:noFill/>
          <a:ln>
            <a:noFill/>
          </a:ln>
        </p:spPr>
        <p:txBody>
          <a:bodyPr anchorCtr="0" anchor="ctr" bIns="0" lIns="0" spcFirstLastPara="1" rIns="0" wrap="square" tIns="0">
            <a:noAutofit/>
          </a:bodyPr>
          <a:lstStyle>
            <a:lvl1pPr lvl="0" marR="0" rtl="0" algn="l">
              <a:lnSpc>
                <a:spcPct val="90000"/>
              </a:lnSpc>
              <a:spcBef>
                <a:spcPts val="0"/>
              </a:spcBef>
              <a:spcAft>
                <a:spcPts val="0"/>
              </a:spcAft>
              <a:buClr>
                <a:schemeClr val="dk1"/>
              </a:buClr>
              <a:buSzPts val="4400"/>
              <a:buFont typeface="Arial"/>
              <a:buNone/>
              <a:defRPr b="0" i="0" sz="4400" u="none" cap="none" strike="noStrike">
                <a:solidFill>
                  <a:schemeClr val="dk1"/>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40"/>
          <p:cNvSpPr txBox="1"/>
          <p:nvPr>
            <p:ph idx="1" type="body"/>
          </p:nvPr>
        </p:nvSpPr>
        <p:spPr>
          <a:xfrm>
            <a:off x="609480" y="1604520"/>
            <a:ext cx="10972440" cy="3977280"/>
          </a:xfrm>
          <a:prstGeom prst="rect">
            <a:avLst/>
          </a:prstGeom>
          <a:noFill/>
          <a:ln>
            <a:noFill/>
          </a:ln>
        </p:spPr>
        <p:txBody>
          <a:bodyPr anchorCtr="0" anchor="t" bIns="0" lIns="0" spcFirstLastPara="1" rIns="0" wrap="square" tIns="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1">
            <a:alphaModFix/>
          </a:blip>
          <a:stretch>
            <a:fillRect/>
          </a:stretch>
        </a:blipFill>
      </p:bgPr>
    </p:bg>
    <p:spTree>
      <p:nvGrpSpPr>
        <p:cNvPr id="60" name="Shape 60"/>
        <p:cNvGrpSpPr/>
        <p:nvPr/>
      </p:nvGrpSpPr>
      <p:grpSpPr>
        <a:xfrm>
          <a:off x="0" y="0"/>
          <a:ext cx="0" cy="0"/>
          <a:chOff x="0" y="0"/>
          <a:chExt cx="0" cy="0"/>
        </a:xfrm>
      </p:grpSpPr>
      <p:sp>
        <p:nvSpPr>
          <p:cNvPr id="61" name="Google Shape;61;p44"/>
          <p:cNvSpPr txBox="1"/>
          <p:nvPr>
            <p:ph idx="1" type="body"/>
          </p:nvPr>
        </p:nvSpPr>
        <p:spPr>
          <a:xfrm>
            <a:off x="338760" y="1058760"/>
            <a:ext cx="11514240" cy="4908600"/>
          </a:xfrm>
          <a:prstGeom prst="rect">
            <a:avLst/>
          </a:prstGeom>
          <a:noFill/>
          <a:ln>
            <a:noFill/>
          </a:ln>
        </p:spPr>
        <p:txBody>
          <a:bodyPr anchorCtr="0" anchor="t" bIns="45000" lIns="90000" spcFirstLastPara="1" rIns="90000" wrap="square" tIns="450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62" name="Google Shape;62;p44"/>
          <p:cNvSpPr txBox="1"/>
          <p:nvPr>
            <p:ph type="title"/>
          </p:nvPr>
        </p:nvSpPr>
        <p:spPr>
          <a:xfrm>
            <a:off x="338760" y="112680"/>
            <a:ext cx="11514240" cy="435600"/>
          </a:xfrm>
          <a:prstGeom prst="rect">
            <a:avLst/>
          </a:prstGeom>
          <a:noFill/>
          <a:ln>
            <a:noFill/>
          </a:ln>
        </p:spPr>
        <p:txBody>
          <a:bodyPr anchorCtr="0" anchor="t" bIns="45000" lIns="90000" spcFirstLastPara="1" rIns="90000" wrap="square" tIns="45000">
            <a:noAutofit/>
          </a:bodyPr>
          <a:lstStyle>
            <a:lvl1pPr lvl="0" marR="0" rtl="0" algn="l">
              <a:lnSpc>
                <a:spcPct val="90000"/>
              </a:lnSpc>
              <a:spcBef>
                <a:spcPts val="0"/>
              </a:spcBef>
              <a:spcAft>
                <a:spcPts val="0"/>
              </a:spcAft>
              <a:buClr>
                <a:schemeClr val="dk1"/>
              </a:buClr>
              <a:buSzPts val="4400"/>
              <a:buFont typeface="Arial"/>
              <a:buNone/>
              <a:defRPr b="0" i="0" sz="4400" u="none" cap="none" strike="noStrike">
                <a:solidFill>
                  <a:schemeClr val="dk1"/>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Tree>
  </p:cSld>
  <p:clrMap accent1="accent1" accent2="accent2" accent3="accent3" accent4="accent4" accent5="accent5" accent6="accent6" bg1="lt1" bg2="dk2" tx1="dk1" tx2="lt2" folHlink="folHlink" hlink="hlink"/>
  <p:sldLayoutIdLst>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1">
            <a:alphaModFix/>
          </a:blip>
          <a:stretch>
            <a:fillRect/>
          </a:stretch>
        </a:blipFill>
      </p:bgPr>
    </p:bg>
    <p:spTree>
      <p:nvGrpSpPr>
        <p:cNvPr id="111" name="Shape 111"/>
        <p:cNvGrpSpPr/>
        <p:nvPr/>
      </p:nvGrpSpPr>
      <p:grpSpPr>
        <a:xfrm>
          <a:off x="0" y="0"/>
          <a:ext cx="0" cy="0"/>
          <a:chOff x="0" y="0"/>
          <a:chExt cx="0" cy="0"/>
        </a:xfrm>
      </p:grpSpPr>
      <p:sp>
        <p:nvSpPr>
          <p:cNvPr id="112" name="Google Shape;112;p46"/>
          <p:cNvSpPr txBox="1"/>
          <p:nvPr>
            <p:ph type="title"/>
          </p:nvPr>
        </p:nvSpPr>
        <p:spPr>
          <a:xfrm>
            <a:off x="609480" y="273600"/>
            <a:ext cx="10972440" cy="1144800"/>
          </a:xfrm>
          <a:prstGeom prst="rect">
            <a:avLst/>
          </a:prstGeom>
          <a:noFill/>
          <a:ln>
            <a:noFill/>
          </a:ln>
        </p:spPr>
        <p:txBody>
          <a:bodyPr anchorCtr="0" anchor="ctr" bIns="0" lIns="0" spcFirstLastPara="1" rIns="0" wrap="square" tIns="0">
            <a:noAutofit/>
          </a:bodyPr>
          <a:lstStyle>
            <a:lvl1pPr lvl="0" marR="0" rtl="0" algn="l">
              <a:lnSpc>
                <a:spcPct val="90000"/>
              </a:lnSpc>
              <a:spcBef>
                <a:spcPts val="0"/>
              </a:spcBef>
              <a:spcAft>
                <a:spcPts val="0"/>
              </a:spcAft>
              <a:buClr>
                <a:schemeClr val="dk1"/>
              </a:buClr>
              <a:buSzPts val="4400"/>
              <a:buFont typeface="Arial"/>
              <a:buNone/>
              <a:defRPr b="0" i="0" sz="4400" u="none" cap="none" strike="noStrike">
                <a:solidFill>
                  <a:schemeClr val="dk1"/>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3" name="Google Shape;113;p46"/>
          <p:cNvSpPr txBox="1"/>
          <p:nvPr>
            <p:ph idx="1" type="body"/>
          </p:nvPr>
        </p:nvSpPr>
        <p:spPr>
          <a:xfrm>
            <a:off x="609480" y="1604520"/>
            <a:ext cx="10972440" cy="3977280"/>
          </a:xfrm>
          <a:prstGeom prst="rect">
            <a:avLst/>
          </a:prstGeom>
          <a:noFill/>
          <a:ln>
            <a:noFill/>
          </a:ln>
        </p:spPr>
        <p:txBody>
          <a:bodyPr anchorCtr="0" anchor="t" bIns="0" lIns="0" spcFirstLastPara="1" rIns="0" wrap="square" tIns="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sldLayoutIdLst>
    <p:sldLayoutId id="2147483675" r:id="rId2"/>
    <p:sldLayoutId id="2147483676" r:id="rId3"/>
    <p:sldLayoutId id="2147483677" r:id="rId4"/>
    <p:sldLayoutId id="2147483678" r:id="rId5"/>
    <p:sldLayoutId id="2147483679" r:id="rId6"/>
    <p:sldLayoutId id="2147483680" r:id="rId7"/>
    <p:sldLayoutId id="2147483681" r:id="rId8"/>
    <p:sldLayoutId id="2147483682" r:id="rId9"/>
    <p:sldLayoutId id="2147483683" r:id="rId10"/>
    <p:sldLayoutId id="2147483684" r:id="rId11"/>
    <p:sldLayoutId id="2147483685" r:id="rId12"/>
    <p:sldLayoutId id="2147483686" r:id="rId13"/>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6.png"/><Relationship Id="rId4" Type="http://schemas.openxmlformats.org/officeDocument/2006/relationships/image" Target="../media/image44.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5.xml"/><Relationship Id="rId3" Type="http://schemas.openxmlformats.org/officeDocument/2006/relationships/image" Target="../media/image53.png"/><Relationship Id="rId4" Type="http://schemas.openxmlformats.org/officeDocument/2006/relationships/image" Target="../media/image9.png"/><Relationship Id="rId5" Type="http://schemas.openxmlformats.org/officeDocument/2006/relationships/image" Target="../media/image4.png"/><Relationship Id="rId6" Type="http://schemas.openxmlformats.org/officeDocument/2006/relationships/image" Target="../media/image5.png"/><Relationship Id="rId7" Type="http://schemas.openxmlformats.org/officeDocument/2006/relationships/image" Target="../media/image17.png"/><Relationship Id="rId8" Type="http://schemas.openxmlformats.org/officeDocument/2006/relationships/image" Target="../media/image8.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6.xml"/><Relationship Id="rId3" Type="http://schemas.openxmlformats.org/officeDocument/2006/relationships/image" Target="../media/image1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7.xml"/><Relationship Id="rId3" Type="http://schemas.openxmlformats.org/officeDocument/2006/relationships/image" Target="../media/image15.png"/><Relationship Id="rId4" Type="http://schemas.openxmlformats.org/officeDocument/2006/relationships/image" Target="../media/image7.png"/><Relationship Id="rId5" Type="http://schemas.openxmlformats.org/officeDocument/2006/relationships/image" Target="../media/image10.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9.xml"/><Relationship Id="rId3" Type="http://schemas.openxmlformats.org/officeDocument/2006/relationships/image" Target="../media/image14.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0.xml"/><Relationship Id="rId3" Type="http://schemas.openxmlformats.org/officeDocument/2006/relationships/image" Target="../media/image1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1.xml"/><Relationship Id="rId3" Type="http://schemas.openxmlformats.org/officeDocument/2006/relationships/image" Target="../media/image49.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2.xml"/><Relationship Id="rId3" Type="http://schemas.openxmlformats.org/officeDocument/2006/relationships/image" Target="../media/image23.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3.xml"/><Relationship Id="rId3" Type="http://schemas.openxmlformats.org/officeDocument/2006/relationships/image" Target="../media/image16.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4.xml"/><Relationship Id="rId3" Type="http://schemas.openxmlformats.org/officeDocument/2006/relationships/image" Target="../media/image48.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5.xml"/><Relationship Id="rId3" Type="http://schemas.openxmlformats.org/officeDocument/2006/relationships/image" Target="../media/image18.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6.xml"/><Relationship Id="rId3" Type="http://schemas.openxmlformats.org/officeDocument/2006/relationships/image" Target="../media/image12.png"/><Relationship Id="rId4" Type="http://schemas.openxmlformats.org/officeDocument/2006/relationships/image" Target="../media/image41.png"/><Relationship Id="rId5" Type="http://schemas.openxmlformats.org/officeDocument/2006/relationships/image" Target="../media/image43.png"/><Relationship Id="rId6" Type="http://schemas.openxmlformats.org/officeDocument/2006/relationships/image" Target="../media/image51.png"/><Relationship Id="rId7" Type="http://schemas.openxmlformats.org/officeDocument/2006/relationships/image" Target="../media/image19.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8.xml"/><Relationship Id="rId3" Type="http://schemas.openxmlformats.org/officeDocument/2006/relationships/image" Target="../media/image32.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9.xml"/><Relationship Id="rId3" Type="http://schemas.openxmlformats.org/officeDocument/2006/relationships/image" Target="../media/image21.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0.xml"/><Relationship Id="rId3" Type="http://schemas.openxmlformats.org/officeDocument/2006/relationships/image" Target="../media/image35.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1.xml"/><Relationship Id="rId3" Type="http://schemas.openxmlformats.org/officeDocument/2006/relationships/image" Target="../media/image20.png"/><Relationship Id="rId4" Type="http://schemas.openxmlformats.org/officeDocument/2006/relationships/image" Target="../media/image24.png"/><Relationship Id="rId5" Type="http://schemas.openxmlformats.org/officeDocument/2006/relationships/image" Target="../media/image31.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2.xml"/><Relationship Id="rId3" Type="http://schemas.openxmlformats.org/officeDocument/2006/relationships/image" Target="../media/image22.png"/><Relationship Id="rId4" Type="http://schemas.openxmlformats.org/officeDocument/2006/relationships/image" Target="../media/image25.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3.xml"/><Relationship Id="rId3" Type="http://schemas.openxmlformats.org/officeDocument/2006/relationships/image" Target="../media/image46.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4.xml"/><Relationship Id="rId3" Type="http://schemas.openxmlformats.org/officeDocument/2006/relationships/image" Target="../media/image26.png"/><Relationship Id="rId4" Type="http://schemas.openxmlformats.org/officeDocument/2006/relationships/image" Target="../media/image27.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5.xml"/><Relationship Id="rId3" Type="http://schemas.openxmlformats.org/officeDocument/2006/relationships/image" Target="../media/image29.png"/><Relationship Id="rId4" Type="http://schemas.openxmlformats.org/officeDocument/2006/relationships/image" Target="../media/image50.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6.xml"/><Relationship Id="rId3" Type="http://schemas.openxmlformats.org/officeDocument/2006/relationships/image" Target="../media/image30.png"/><Relationship Id="rId4" Type="http://schemas.openxmlformats.org/officeDocument/2006/relationships/image" Target="../media/image28.png"/><Relationship Id="rId5" Type="http://schemas.openxmlformats.org/officeDocument/2006/relationships/image" Target="../media/image33.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2.xml"/><Relationship Id="rId3" Type="http://schemas.openxmlformats.org/officeDocument/2006/relationships/image" Target="../media/image52.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3.xml"/><Relationship Id="rId3" Type="http://schemas.openxmlformats.org/officeDocument/2006/relationships/image" Target="../media/image37.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4.xml"/><Relationship Id="rId3" Type="http://schemas.openxmlformats.org/officeDocument/2006/relationships/image" Target="../media/image45.png"/><Relationship Id="rId4" Type="http://schemas.openxmlformats.org/officeDocument/2006/relationships/image" Target="../media/image36.png"/><Relationship Id="rId5" Type="http://schemas.openxmlformats.org/officeDocument/2006/relationships/image" Target="../media/image39.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5.xml"/><Relationship Id="rId3" Type="http://schemas.openxmlformats.org/officeDocument/2006/relationships/image" Target="../media/image34.png"/><Relationship Id="rId4" Type="http://schemas.openxmlformats.org/officeDocument/2006/relationships/image" Target="../media/image40.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6.xml"/><Relationship Id="rId3" Type="http://schemas.openxmlformats.org/officeDocument/2006/relationships/image" Target="../media/image47.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7.xml"/><Relationship Id="rId3" Type="http://schemas.openxmlformats.org/officeDocument/2006/relationships/image" Target="../media/image38.png"/><Relationship Id="rId4" Type="http://schemas.openxmlformats.org/officeDocument/2006/relationships/image" Target="../media/image42.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5" name="Shape 165"/>
        <p:cNvGrpSpPr/>
        <p:nvPr/>
      </p:nvGrpSpPr>
      <p:grpSpPr>
        <a:xfrm>
          <a:off x="0" y="0"/>
          <a:ext cx="0" cy="0"/>
          <a:chOff x="0" y="0"/>
          <a:chExt cx="0" cy="0"/>
        </a:xfrm>
      </p:grpSpPr>
      <p:sp>
        <p:nvSpPr>
          <p:cNvPr id="166" name="Google Shape;166;p1"/>
          <p:cNvSpPr txBox="1"/>
          <p:nvPr/>
        </p:nvSpPr>
        <p:spPr>
          <a:xfrm>
            <a:off x="11684000" y="6540500"/>
            <a:ext cx="381000" cy="190500"/>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0" i="0" lang="en-US" sz="1000" u="none" cap="none" strike="noStrike">
                <a:solidFill>
                  <a:srgbClr val="505050"/>
                </a:solidFill>
                <a:latin typeface="Arial"/>
                <a:ea typeface="Arial"/>
                <a:cs typeface="Arial"/>
                <a:sym typeface="Arial"/>
              </a:rPr>
              <a:t>1</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0" name="Shape 170"/>
        <p:cNvGrpSpPr/>
        <p:nvPr/>
      </p:nvGrpSpPr>
      <p:grpSpPr>
        <a:xfrm>
          <a:off x="0" y="0"/>
          <a:ext cx="0" cy="0"/>
          <a:chOff x="0" y="0"/>
          <a:chExt cx="0" cy="0"/>
        </a:xfrm>
      </p:grpSpPr>
      <p:pic>
        <p:nvPicPr>
          <p:cNvPr descr="Text&#10;&#10;Description automatically generated" id="171" name="Google Shape;171;p2"/>
          <p:cNvPicPr preferRelativeResize="0"/>
          <p:nvPr/>
        </p:nvPicPr>
        <p:blipFill rotWithShape="1">
          <a:blip r:embed="rId3">
            <a:alphaModFix/>
          </a:blip>
          <a:srcRect b="0" l="0" r="0" t="0"/>
          <a:stretch/>
        </p:blipFill>
        <p:spPr>
          <a:xfrm>
            <a:off x="392040" y="271440"/>
            <a:ext cx="3174120" cy="1153080"/>
          </a:xfrm>
          <a:prstGeom prst="rect">
            <a:avLst/>
          </a:prstGeom>
          <a:noFill/>
          <a:ln>
            <a:noFill/>
          </a:ln>
        </p:spPr>
      </p:pic>
      <p:sp>
        <p:nvSpPr>
          <p:cNvPr id="172" name="Google Shape;172;p2"/>
          <p:cNvSpPr/>
          <p:nvPr/>
        </p:nvSpPr>
        <p:spPr>
          <a:xfrm>
            <a:off x="695520" y="2269440"/>
            <a:ext cx="8251560" cy="84852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73" name="Google Shape;173;p2"/>
          <p:cNvSpPr/>
          <p:nvPr/>
        </p:nvSpPr>
        <p:spPr>
          <a:xfrm>
            <a:off x="695520" y="3403080"/>
            <a:ext cx="6095520" cy="222336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74" name="Google Shape;174;p2"/>
          <p:cNvSpPr/>
          <p:nvPr/>
        </p:nvSpPr>
        <p:spPr>
          <a:xfrm>
            <a:off x="6962400" y="3269880"/>
            <a:ext cx="4329000" cy="136944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75" name="Google Shape;175;p2"/>
          <p:cNvSpPr txBox="1"/>
          <p:nvPr/>
        </p:nvSpPr>
        <p:spPr>
          <a:xfrm>
            <a:off x="392040" y="1984075"/>
            <a:ext cx="9908875" cy="3600986"/>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3600">
                <a:solidFill>
                  <a:srgbClr val="C00000"/>
                </a:solidFill>
                <a:latin typeface="Arial"/>
                <a:ea typeface="Arial"/>
                <a:cs typeface="Arial"/>
                <a:sym typeface="Arial"/>
              </a:rPr>
              <a:t>Xây dựng hệ thống hỏi đáp tài liệu kỹ thuật tiếng Việt với tinh chỉnh embedding và chưng cất mô hình xếp hạng lại</a:t>
            </a:r>
            <a:endParaRPr b="1" sz="3600">
              <a:solidFill>
                <a:srgbClr val="C00000"/>
              </a:solidFill>
              <a:latin typeface="Arial"/>
              <a:ea typeface="Arial"/>
              <a:cs typeface="Arial"/>
              <a:sym typeface="Arial"/>
            </a:endParaRPr>
          </a:p>
          <a:p>
            <a:pPr indent="0" lvl="0" marL="0" marR="0" rtl="0" algn="l">
              <a:spcBef>
                <a:spcPts val="0"/>
              </a:spcBef>
              <a:spcAft>
                <a:spcPts val="0"/>
              </a:spcAft>
              <a:buNone/>
            </a:pPr>
            <a:r>
              <a:t/>
            </a:r>
            <a:endParaRPr b="1" sz="3600">
              <a:solidFill>
                <a:schemeClr val="dk1"/>
              </a:solidFill>
              <a:latin typeface="Arial"/>
              <a:ea typeface="Arial"/>
              <a:cs typeface="Arial"/>
              <a:sym typeface="Arial"/>
            </a:endParaRPr>
          </a:p>
          <a:p>
            <a:pPr indent="0" lvl="0" marL="0" marR="0" rtl="0" algn="l">
              <a:spcBef>
                <a:spcPts val="0"/>
              </a:spcBef>
              <a:spcAft>
                <a:spcPts val="0"/>
              </a:spcAft>
              <a:buNone/>
            </a:pPr>
            <a:r>
              <a:rPr lang="en-US" sz="2400">
                <a:solidFill>
                  <a:srgbClr val="C00000"/>
                </a:solidFill>
                <a:latin typeface="Arial"/>
                <a:ea typeface="Arial"/>
                <a:cs typeface="Arial"/>
                <a:sym typeface="Arial"/>
              </a:rPr>
              <a:t>Trần Quang Huy – 20225201</a:t>
            </a:r>
            <a:endParaRPr/>
          </a:p>
          <a:p>
            <a:pPr indent="0" lvl="0" marL="0" marR="0" rtl="0" algn="l">
              <a:spcBef>
                <a:spcPts val="0"/>
              </a:spcBef>
              <a:spcAft>
                <a:spcPts val="0"/>
              </a:spcAft>
              <a:buNone/>
            </a:pPr>
            <a:r>
              <a:rPr lang="en-US" sz="2400">
                <a:solidFill>
                  <a:srgbClr val="C00000"/>
                </a:solidFill>
                <a:latin typeface="Arial"/>
                <a:ea typeface="Arial"/>
                <a:cs typeface="Arial"/>
                <a:sym typeface="Arial"/>
              </a:rPr>
              <a:t>Giảng viên hướng dẫn: PGS. TS. Lê Thanh Hương – TS. Đỗ Tiến Dũng</a:t>
            </a:r>
            <a:endParaRPr/>
          </a:p>
          <a:p>
            <a:pPr indent="0" lvl="0" marL="0" marR="0" rtl="0" algn="l">
              <a:spcBef>
                <a:spcPts val="0"/>
              </a:spcBef>
              <a:spcAft>
                <a:spcPts val="0"/>
              </a:spcAft>
              <a:buNone/>
            </a:pPr>
            <a:r>
              <a:t/>
            </a:r>
            <a:endParaRPr b="1" sz="3600">
              <a:solidFill>
                <a:schemeClr val="dk1"/>
              </a:solidFill>
              <a:latin typeface="Arial"/>
              <a:ea typeface="Arial"/>
              <a:cs typeface="Arial"/>
              <a:sym typeface="Arial"/>
            </a:endParaRPr>
          </a:p>
        </p:txBody>
      </p:sp>
      <p:sp>
        <p:nvSpPr>
          <p:cNvPr id="176" name="Google Shape;176;p2"/>
          <p:cNvSpPr txBox="1"/>
          <p:nvPr/>
        </p:nvSpPr>
        <p:spPr>
          <a:xfrm>
            <a:off x="11684000" y="6540500"/>
            <a:ext cx="381000" cy="190500"/>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lang="en-US" sz="1000">
                <a:solidFill>
                  <a:srgbClr val="505050"/>
                </a:solidFill>
                <a:latin typeface="Arial"/>
                <a:ea typeface="Arial"/>
                <a:cs typeface="Arial"/>
                <a:sym typeface="Arial"/>
              </a:rPr>
              <a:t>2</a:t>
            </a:r>
            <a:endParaRPr/>
          </a:p>
        </p:txBody>
      </p:sp>
      <p:pic>
        <p:nvPicPr>
          <p:cNvPr id="177" name="Google Shape;177;p2"/>
          <p:cNvPicPr preferRelativeResize="0"/>
          <p:nvPr/>
        </p:nvPicPr>
        <p:blipFill>
          <a:blip r:embed="rId4">
            <a:alphaModFix/>
          </a:blip>
          <a:stretch>
            <a:fillRect/>
          </a:stretch>
        </p:blipFill>
        <p:spPr>
          <a:xfrm>
            <a:off x="0" y="0"/>
            <a:ext cx="12192024" cy="6858000"/>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1" name="Shape 181"/>
        <p:cNvGrpSpPr/>
        <p:nvPr/>
      </p:nvGrpSpPr>
      <p:grpSpPr>
        <a:xfrm>
          <a:off x="0" y="0"/>
          <a:ext cx="0" cy="0"/>
          <a:chOff x="0" y="0"/>
          <a:chExt cx="0" cy="0"/>
        </a:xfrm>
      </p:grpSpPr>
      <p:sp>
        <p:nvSpPr>
          <p:cNvPr id="182" name="Google Shape;182;p3"/>
          <p:cNvSpPr txBox="1"/>
          <p:nvPr/>
        </p:nvSpPr>
        <p:spPr>
          <a:xfrm>
            <a:off x="338760" y="1058760"/>
            <a:ext cx="11514240" cy="4908600"/>
          </a:xfrm>
          <a:prstGeom prst="rect">
            <a:avLst/>
          </a:prstGeom>
          <a:noFill/>
          <a:ln>
            <a:noFill/>
          </a:ln>
        </p:spPr>
        <p:txBody>
          <a:bodyPr anchorCtr="0" anchor="t" bIns="45000" lIns="90000" spcFirstLastPara="1" rIns="90000" wrap="square" tIns="45000">
            <a:noAutofit/>
          </a:bodyPr>
          <a:lstStyle/>
          <a:p>
            <a:pPr indent="0" lvl="0" marL="0" marR="0" rtl="0" algn="l">
              <a:spcBef>
                <a:spcPts val="0"/>
              </a:spcBef>
              <a:spcAft>
                <a:spcPts val="0"/>
              </a:spcAft>
              <a:buNone/>
            </a:pPr>
            <a:r>
              <a:t/>
            </a:r>
            <a:endParaRPr b="0" sz="2800" strike="noStrike">
              <a:solidFill>
                <a:srgbClr val="000000"/>
              </a:solidFill>
              <a:latin typeface="Calibri"/>
              <a:ea typeface="Calibri"/>
              <a:cs typeface="Calibri"/>
              <a:sym typeface="Calibri"/>
            </a:endParaRPr>
          </a:p>
        </p:txBody>
      </p:sp>
      <p:sp>
        <p:nvSpPr>
          <p:cNvPr id="183" name="Google Shape;183;p3"/>
          <p:cNvSpPr txBox="1"/>
          <p:nvPr/>
        </p:nvSpPr>
        <p:spPr>
          <a:xfrm>
            <a:off x="338760" y="112680"/>
            <a:ext cx="11514240" cy="435600"/>
          </a:xfrm>
          <a:prstGeom prst="rect">
            <a:avLst/>
          </a:prstGeom>
          <a:noFill/>
          <a:ln>
            <a:noFill/>
          </a:ln>
        </p:spPr>
        <p:txBody>
          <a:bodyPr anchorCtr="0" anchor="t" bIns="45000" lIns="90000" spcFirstLastPara="1" rIns="90000" wrap="square" tIns="45000">
            <a:noAutofit/>
          </a:bodyPr>
          <a:lstStyle/>
          <a:p>
            <a:pPr indent="0" lvl="0" marL="0" marR="0" rtl="0" algn="l">
              <a:spcBef>
                <a:spcPts val="0"/>
              </a:spcBef>
              <a:spcAft>
                <a:spcPts val="0"/>
              </a:spcAft>
              <a:buNone/>
            </a:pPr>
            <a:r>
              <a:rPr lang="en-US" sz="3000">
                <a:solidFill>
                  <a:schemeClr val="lt1"/>
                </a:solidFill>
                <a:latin typeface="Arial"/>
                <a:ea typeface="Arial"/>
                <a:cs typeface="Arial"/>
                <a:sym typeface="Arial"/>
              </a:rPr>
              <a:t>Mục lục </a:t>
            </a:r>
            <a:endParaRPr b="0" sz="3000" strike="noStrike">
              <a:solidFill>
                <a:schemeClr val="lt1"/>
              </a:solidFill>
              <a:latin typeface="Arial"/>
              <a:ea typeface="Arial"/>
              <a:cs typeface="Arial"/>
              <a:sym typeface="Arial"/>
            </a:endParaRPr>
          </a:p>
        </p:txBody>
      </p:sp>
      <p:sp>
        <p:nvSpPr>
          <p:cNvPr id="184" name="Google Shape;184;p3"/>
          <p:cNvSpPr txBox="1"/>
          <p:nvPr/>
        </p:nvSpPr>
        <p:spPr>
          <a:xfrm>
            <a:off x="425570" y="1058760"/>
            <a:ext cx="11427300" cy="1939500"/>
          </a:xfrm>
          <a:prstGeom prst="rect">
            <a:avLst/>
          </a:prstGeom>
          <a:noFill/>
          <a:ln>
            <a:noFill/>
          </a:ln>
        </p:spPr>
        <p:txBody>
          <a:bodyPr anchorCtr="0" anchor="t" bIns="45700" lIns="91425" spcFirstLastPara="1" rIns="91425" wrap="square" tIns="45700">
            <a:spAutoFit/>
          </a:bodyPr>
          <a:lstStyle/>
          <a:p>
            <a:pPr indent="-342900" lvl="0" marL="342900" marR="0" rtl="0" algn="l">
              <a:spcBef>
                <a:spcPts val="0"/>
              </a:spcBef>
              <a:spcAft>
                <a:spcPts val="0"/>
              </a:spcAft>
              <a:buClr>
                <a:schemeClr val="dk1"/>
              </a:buClr>
              <a:buSzPts val="2400"/>
              <a:buAutoNum type="arabicPeriod"/>
            </a:pPr>
            <a:r>
              <a:rPr lang="en-US" sz="2400">
                <a:solidFill>
                  <a:schemeClr val="dk1"/>
                </a:solidFill>
              </a:rPr>
              <a:t>Giới thiệu và đặt vấn đề</a:t>
            </a:r>
            <a:endParaRPr sz="2400">
              <a:solidFill>
                <a:schemeClr val="dk1"/>
              </a:solidFill>
            </a:endParaRPr>
          </a:p>
          <a:p>
            <a:pPr indent="-342900" lvl="0" marL="342900" marR="0" rtl="0" algn="l">
              <a:spcBef>
                <a:spcPts val="0"/>
              </a:spcBef>
              <a:spcAft>
                <a:spcPts val="0"/>
              </a:spcAft>
              <a:buClr>
                <a:schemeClr val="dk1"/>
              </a:buClr>
              <a:buSzPts val="2400"/>
              <a:buAutoNum type="arabicPeriod"/>
            </a:pPr>
            <a:r>
              <a:rPr lang="en-US" sz="2400">
                <a:solidFill>
                  <a:schemeClr val="dk1"/>
                </a:solidFill>
              </a:rPr>
              <a:t>Giải pháp hiện tại và hạn chế</a:t>
            </a:r>
            <a:endParaRPr sz="2400">
              <a:solidFill>
                <a:schemeClr val="dk1"/>
              </a:solidFill>
            </a:endParaRPr>
          </a:p>
          <a:p>
            <a:pPr indent="-342900" lvl="0" marL="342900" marR="0" rtl="0" algn="l">
              <a:spcBef>
                <a:spcPts val="0"/>
              </a:spcBef>
              <a:spcAft>
                <a:spcPts val="0"/>
              </a:spcAft>
              <a:buClr>
                <a:schemeClr val="dk1"/>
              </a:buClr>
              <a:buSzPts val="2400"/>
              <a:buAutoNum type="arabicPeriod"/>
            </a:pPr>
            <a:r>
              <a:rPr lang="en-US" sz="2400">
                <a:solidFill>
                  <a:schemeClr val="dk1"/>
                </a:solidFill>
              </a:rPr>
              <a:t>Giải pháp đề xuất</a:t>
            </a:r>
            <a:endParaRPr sz="2400">
              <a:solidFill>
                <a:schemeClr val="dk1"/>
              </a:solidFill>
            </a:endParaRPr>
          </a:p>
          <a:p>
            <a:pPr indent="-342900" lvl="0" marL="342900" marR="0" rtl="0" algn="l">
              <a:spcBef>
                <a:spcPts val="0"/>
              </a:spcBef>
              <a:spcAft>
                <a:spcPts val="0"/>
              </a:spcAft>
              <a:buClr>
                <a:schemeClr val="dk1"/>
              </a:buClr>
              <a:buSzPts val="2400"/>
              <a:buAutoNum type="arabicPeriod"/>
            </a:pPr>
            <a:r>
              <a:rPr lang="en-US" sz="2400">
                <a:solidFill>
                  <a:schemeClr val="dk1"/>
                </a:solidFill>
              </a:rPr>
              <a:t>Thực nghiệm và đánh giá</a:t>
            </a:r>
            <a:endParaRPr sz="2400">
              <a:solidFill>
                <a:schemeClr val="dk1"/>
              </a:solidFill>
            </a:endParaRPr>
          </a:p>
          <a:p>
            <a:pPr indent="-342900" lvl="0" marL="342900" marR="0" rtl="0" algn="l">
              <a:spcBef>
                <a:spcPts val="0"/>
              </a:spcBef>
              <a:spcAft>
                <a:spcPts val="0"/>
              </a:spcAft>
              <a:buClr>
                <a:schemeClr val="dk1"/>
              </a:buClr>
              <a:buSzPts val="2400"/>
              <a:buAutoNum type="arabicPeriod"/>
            </a:pPr>
            <a:r>
              <a:rPr lang="en-US" sz="2400">
                <a:solidFill>
                  <a:schemeClr val="dk1"/>
                </a:solidFill>
              </a:rPr>
              <a:t>Kết luận và hướng phát triển</a:t>
            </a:r>
            <a:endParaRPr sz="2400">
              <a:solidFill>
                <a:schemeClr val="dk1"/>
              </a:solidFill>
            </a:endParaRPr>
          </a:p>
        </p:txBody>
      </p:sp>
      <p:sp>
        <p:nvSpPr>
          <p:cNvPr id="185" name="Google Shape;185;p3"/>
          <p:cNvSpPr txBox="1"/>
          <p:nvPr/>
        </p:nvSpPr>
        <p:spPr>
          <a:xfrm>
            <a:off x="11684000" y="6540500"/>
            <a:ext cx="381000" cy="190500"/>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lang="en-US" sz="1000">
                <a:solidFill>
                  <a:srgbClr val="505050"/>
                </a:solidFill>
                <a:latin typeface="Arial"/>
                <a:ea typeface="Arial"/>
                <a:cs typeface="Arial"/>
                <a:sym typeface="Arial"/>
              </a:rPr>
              <a:t>3</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0" name="Shape 190"/>
        <p:cNvGrpSpPr/>
        <p:nvPr/>
      </p:nvGrpSpPr>
      <p:grpSpPr>
        <a:xfrm>
          <a:off x="0" y="0"/>
          <a:ext cx="0" cy="0"/>
          <a:chOff x="0" y="0"/>
          <a:chExt cx="0" cy="0"/>
        </a:xfrm>
      </p:grpSpPr>
      <p:sp>
        <p:nvSpPr>
          <p:cNvPr id="191" name="Google Shape;191;p4"/>
          <p:cNvSpPr txBox="1"/>
          <p:nvPr/>
        </p:nvSpPr>
        <p:spPr>
          <a:xfrm>
            <a:off x="338760" y="1058760"/>
            <a:ext cx="11514240" cy="4908600"/>
          </a:xfrm>
          <a:prstGeom prst="rect">
            <a:avLst/>
          </a:prstGeom>
          <a:noFill/>
          <a:ln>
            <a:noFill/>
          </a:ln>
        </p:spPr>
        <p:txBody>
          <a:bodyPr anchorCtr="0" anchor="t" bIns="45000" lIns="90000" spcFirstLastPara="1" rIns="90000" wrap="square" tIns="45000">
            <a:noAutofit/>
          </a:bodyPr>
          <a:lstStyle/>
          <a:p>
            <a:pPr indent="0" lvl="0" marL="0" marR="0" rtl="0" algn="l">
              <a:spcBef>
                <a:spcPts val="0"/>
              </a:spcBef>
              <a:spcAft>
                <a:spcPts val="0"/>
              </a:spcAft>
              <a:buNone/>
            </a:pPr>
            <a:r>
              <a:t/>
            </a:r>
            <a:endParaRPr b="0" sz="2800" strike="noStrike">
              <a:solidFill>
                <a:srgbClr val="000000"/>
              </a:solidFill>
              <a:latin typeface="Calibri"/>
              <a:ea typeface="Calibri"/>
              <a:cs typeface="Calibri"/>
              <a:sym typeface="Calibri"/>
            </a:endParaRPr>
          </a:p>
        </p:txBody>
      </p:sp>
      <p:sp>
        <p:nvSpPr>
          <p:cNvPr id="192" name="Google Shape;192;p4"/>
          <p:cNvSpPr txBox="1"/>
          <p:nvPr/>
        </p:nvSpPr>
        <p:spPr>
          <a:xfrm>
            <a:off x="338760" y="112680"/>
            <a:ext cx="11514240" cy="435600"/>
          </a:xfrm>
          <a:prstGeom prst="rect">
            <a:avLst/>
          </a:prstGeom>
          <a:noFill/>
          <a:ln>
            <a:noFill/>
          </a:ln>
        </p:spPr>
        <p:txBody>
          <a:bodyPr anchorCtr="0" anchor="t" bIns="45000" lIns="90000" spcFirstLastPara="1" rIns="90000" wrap="square" tIns="45000">
            <a:noAutofit/>
          </a:bodyPr>
          <a:lstStyle/>
          <a:p>
            <a:pPr indent="0" lvl="0" marL="0" marR="0" rtl="0" algn="l">
              <a:spcBef>
                <a:spcPts val="0"/>
              </a:spcBef>
              <a:spcAft>
                <a:spcPts val="0"/>
              </a:spcAft>
              <a:buNone/>
            </a:pPr>
            <a:r>
              <a:rPr lang="en-US" sz="2800">
                <a:solidFill>
                  <a:schemeClr val="lt1"/>
                </a:solidFill>
                <a:latin typeface="Arial"/>
                <a:ea typeface="Arial"/>
                <a:cs typeface="Arial"/>
                <a:sym typeface="Arial"/>
              </a:rPr>
              <a:t>1. Giới thiệu và đặt vấn đề</a:t>
            </a:r>
            <a:endParaRPr b="0" sz="2800" strike="noStrike">
              <a:solidFill>
                <a:schemeClr val="lt1"/>
              </a:solidFill>
              <a:latin typeface="Arial"/>
              <a:ea typeface="Arial"/>
              <a:cs typeface="Arial"/>
              <a:sym typeface="Arial"/>
            </a:endParaRPr>
          </a:p>
        </p:txBody>
      </p:sp>
      <p:sp>
        <p:nvSpPr>
          <p:cNvPr id="193" name="Google Shape;193;p4"/>
          <p:cNvSpPr txBox="1"/>
          <p:nvPr/>
        </p:nvSpPr>
        <p:spPr>
          <a:xfrm>
            <a:off x="425569" y="1058760"/>
            <a:ext cx="11674415" cy="2154436"/>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400">
                <a:solidFill>
                  <a:srgbClr val="0F2A43"/>
                </a:solidFill>
                <a:latin typeface="Arial"/>
                <a:ea typeface="Arial"/>
                <a:cs typeface="Arial"/>
                <a:sym typeface="Arial"/>
              </a:rPr>
              <a:t>Vì sao cần một hệ thống RAG riêng cho tài liệu kỹ thuật tiếng Việt?</a:t>
            </a:r>
            <a:endParaRPr/>
          </a:p>
          <a:p>
            <a:pPr indent="0" lvl="0" marL="0" marR="0" rtl="0" algn="l">
              <a:spcBef>
                <a:spcPts val="0"/>
              </a:spcBef>
              <a:spcAft>
                <a:spcPts val="0"/>
              </a:spcAft>
              <a:buNone/>
            </a:pPr>
            <a:r>
              <a:t/>
            </a:r>
            <a:endParaRPr b="1" sz="2400">
              <a:solidFill>
                <a:srgbClr val="0F2A43"/>
              </a:solidFill>
              <a:latin typeface="Arial"/>
              <a:ea typeface="Arial"/>
              <a:cs typeface="Arial"/>
              <a:sym typeface="Arial"/>
            </a:endParaRPr>
          </a:p>
          <a:p>
            <a:pPr indent="0" lvl="0" marL="0" marR="0" rtl="0" algn="l">
              <a:spcBef>
                <a:spcPts val="0"/>
              </a:spcBef>
              <a:spcAft>
                <a:spcPts val="0"/>
              </a:spcAft>
              <a:buNone/>
            </a:pPr>
            <a:r>
              <a:t/>
            </a:r>
            <a:endParaRPr b="1" sz="1400">
              <a:solidFill>
                <a:srgbClr val="0F2A43"/>
              </a:solidFill>
              <a:latin typeface="Arial"/>
              <a:ea typeface="Arial"/>
              <a:cs typeface="Arial"/>
              <a:sym typeface="Arial"/>
            </a:endParaRPr>
          </a:p>
          <a:p>
            <a:pPr indent="0" lvl="0" marL="0" marR="0" rtl="0" algn="l">
              <a:spcBef>
                <a:spcPts val="0"/>
              </a:spcBef>
              <a:spcAft>
                <a:spcPts val="0"/>
              </a:spcAft>
              <a:buNone/>
            </a:pPr>
            <a:r>
              <a:t/>
            </a:r>
            <a:endParaRPr b="1" sz="2400">
              <a:solidFill>
                <a:srgbClr val="0F2A43"/>
              </a:solidFill>
              <a:latin typeface="Arial"/>
              <a:ea typeface="Arial"/>
              <a:cs typeface="Arial"/>
              <a:sym typeface="Arial"/>
            </a:endParaRPr>
          </a:p>
          <a:p>
            <a:pPr indent="0" lvl="0" marL="0" marR="0" rtl="0" algn="l">
              <a:spcBef>
                <a:spcPts val="0"/>
              </a:spcBef>
              <a:spcAft>
                <a:spcPts val="0"/>
              </a:spcAft>
              <a:buNone/>
            </a:pPr>
            <a:r>
              <a:t/>
            </a:r>
            <a:endParaRPr b="1" sz="2400">
              <a:solidFill>
                <a:srgbClr val="0F2A43"/>
              </a:solidFill>
              <a:latin typeface="Arial"/>
              <a:ea typeface="Arial"/>
              <a:cs typeface="Arial"/>
              <a:sym typeface="Arial"/>
            </a:endParaRPr>
          </a:p>
          <a:p>
            <a:pPr indent="0" lvl="0" marL="0" marR="0" rtl="0" algn="l">
              <a:spcBef>
                <a:spcPts val="0"/>
              </a:spcBef>
              <a:spcAft>
                <a:spcPts val="0"/>
              </a:spcAft>
              <a:buNone/>
            </a:pPr>
            <a:r>
              <a:t/>
            </a:r>
            <a:endParaRPr b="1" sz="2400">
              <a:solidFill>
                <a:srgbClr val="0F2A43"/>
              </a:solidFill>
              <a:latin typeface="Arial"/>
              <a:ea typeface="Arial"/>
              <a:cs typeface="Arial"/>
              <a:sym typeface="Arial"/>
            </a:endParaRPr>
          </a:p>
        </p:txBody>
      </p:sp>
      <p:sp>
        <p:nvSpPr>
          <p:cNvPr id="194" name="Google Shape;194;p4"/>
          <p:cNvSpPr txBox="1"/>
          <p:nvPr/>
        </p:nvSpPr>
        <p:spPr>
          <a:xfrm>
            <a:off x="425569" y="1767367"/>
            <a:ext cx="11427300" cy="4248300"/>
          </a:xfrm>
          <a:prstGeom prst="rect">
            <a:avLst/>
          </a:prstGeom>
          <a:noFill/>
          <a:ln>
            <a:noFill/>
          </a:ln>
        </p:spPr>
        <p:txBody>
          <a:bodyPr anchorCtr="0" anchor="t" bIns="45700" lIns="91425" spcFirstLastPara="1" rIns="91425" wrap="square" tIns="45700">
            <a:spAutoFit/>
          </a:bodyPr>
          <a:lstStyle/>
          <a:p>
            <a:pPr indent="-285750" lvl="0" marL="285750" marR="0" rtl="0" algn="l">
              <a:spcBef>
                <a:spcPts val="0"/>
              </a:spcBef>
              <a:spcAft>
                <a:spcPts val="0"/>
              </a:spcAft>
              <a:buClr>
                <a:schemeClr val="dk1"/>
              </a:buClr>
              <a:buSzPts val="1800"/>
              <a:buFont typeface="Arial"/>
              <a:buChar char="•"/>
            </a:pPr>
            <a:r>
              <a:rPr b="1" lang="en-US" sz="1800">
                <a:solidFill>
                  <a:schemeClr val="dk1"/>
                </a:solidFill>
                <a:latin typeface="Arial"/>
                <a:ea typeface="Arial"/>
                <a:cs typeface="Arial"/>
                <a:sym typeface="Arial"/>
              </a:rPr>
              <a:t>LLM thuần túy </a:t>
            </a:r>
            <a:r>
              <a:rPr lang="en-US" sz="1800">
                <a:solidFill>
                  <a:schemeClr val="dk1"/>
                </a:solidFill>
                <a:latin typeface="Arial"/>
                <a:ea typeface="Arial"/>
                <a:cs typeface="Arial"/>
                <a:sym typeface="Arial"/>
              </a:rPr>
              <a:t>gặp hạn chế: hallucination, tri thức cố định, và </a:t>
            </a:r>
            <a:r>
              <a:rPr lang="en-US" sz="1800">
                <a:solidFill>
                  <a:schemeClr val="dk1"/>
                </a:solidFill>
              </a:rPr>
              <a:t>chưa thích nghi tốt với tài liệu kỹ thuật tiếng Việt của từng lĩnh vực</a:t>
            </a:r>
            <a:r>
              <a:rPr lang="en-US" sz="1800">
                <a:solidFill>
                  <a:schemeClr val="dk1"/>
                </a:solidFill>
                <a:latin typeface="Arial"/>
                <a:ea typeface="Arial"/>
                <a:cs typeface="Arial"/>
                <a:sym typeface="Arial"/>
              </a:rPr>
              <a:t>.</a:t>
            </a:r>
            <a:endParaRPr/>
          </a:p>
          <a:p>
            <a:pPr indent="0" lvl="0" marL="0" marR="0" rtl="0" algn="l">
              <a:spcBef>
                <a:spcPts val="0"/>
              </a:spcBef>
              <a:spcAft>
                <a:spcPts val="0"/>
              </a:spcAft>
              <a:buNone/>
            </a:pPr>
            <a:r>
              <a:t/>
            </a:r>
            <a:endParaRPr sz="1800">
              <a:solidFill>
                <a:srgbClr val="1E293B"/>
              </a:solidFill>
              <a:latin typeface="Arial"/>
              <a:ea typeface="Arial"/>
              <a:cs typeface="Arial"/>
              <a:sym typeface="Arial"/>
            </a:endParaRPr>
          </a:p>
          <a:p>
            <a:pPr indent="-285750" lvl="0" marL="285750" marR="0" rtl="0" algn="l">
              <a:spcBef>
                <a:spcPts val="0"/>
              </a:spcBef>
              <a:spcAft>
                <a:spcPts val="0"/>
              </a:spcAft>
              <a:buClr>
                <a:schemeClr val="dk1"/>
              </a:buClr>
              <a:buSzPts val="1800"/>
              <a:buFont typeface="Arial"/>
              <a:buChar char="•"/>
            </a:pPr>
            <a:r>
              <a:rPr b="1" lang="en-US" sz="1800">
                <a:solidFill>
                  <a:schemeClr val="dk1"/>
                </a:solidFill>
                <a:latin typeface="Arial"/>
                <a:ea typeface="Arial"/>
                <a:cs typeface="Arial"/>
                <a:sym typeface="Arial"/>
              </a:rPr>
              <a:t>Retrieval-Augmented Generation (RAG) </a:t>
            </a:r>
            <a:r>
              <a:rPr lang="en-US" sz="1800">
                <a:solidFill>
                  <a:schemeClr val="dk1"/>
                </a:solidFill>
                <a:latin typeface="Arial"/>
                <a:ea typeface="Arial"/>
                <a:cs typeface="Arial"/>
                <a:sym typeface="Arial"/>
              </a:rPr>
              <a:t>kết hợp truy hồi tài liệu nội bộ với khả năng sinh ngôn ngữ của LLM, giúp câu trả lời bám sát nguồn và có thể kiểm chứng.</a:t>
            </a:r>
            <a:endParaRPr/>
          </a:p>
          <a:p>
            <a:pPr indent="0" lvl="0" marL="0" marR="0" rtl="0" algn="l">
              <a:spcBef>
                <a:spcPts val="0"/>
              </a:spcBef>
              <a:spcAft>
                <a:spcPts val="0"/>
              </a:spcAft>
              <a:buNone/>
            </a:pPr>
            <a:r>
              <a:t/>
            </a:r>
            <a:endParaRPr sz="1800">
              <a:solidFill>
                <a:srgbClr val="1E293B"/>
              </a:solidFill>
              <a:latin typeface="Arial"/>
              <a:ea typeface="Arial"/>
              <a:cs typeface="Arial"/>
              <a:sym typeface="Arial"/>
            </a:endParaRPr>
          </a:p>
          <a:p>
            <a:pPr indent="-285750" lvl="0" marL="285750" marR="0" rtl="0" algn="l">
              <a:spcBef>
                <a:spcPts val="0"/>
              </a:spcBef>
              <a:spcAft>
                <a:spcPts val="0"/>
              </a:spcAft>
              <a:buClr>
                <a:schemeClr val="dk1"/>
              </a:buClr>
              <a:buSzPts val="1800"/>
              <a:buFont typeface="Arial"/>
              <a:buChar char="•"/>
            </a:pPr>
            <a:r>
              <a:rPr b="1" lang="en-US" sz="1800">
                <a:solidFill>
                  <a:schemeClr val="dk1"/>
                </a:solidFill>
                <a:latin typeface="Arial"/>
                <a:ea typeface="Arial"/>
                <a:cs typeface="Arial"/>
                <a:sym typeface="Arial"/>
              </a:rPr>
              <a:t>Đặc thù tài liệu kỹ thuật tiếng Việt đặt ra thêm bốn thách thức:</a:t>
            </a:r>
            <a:endParaRPr/>
          </a:p>
          <a:p>
            <a:pPr indent="-285750" lvl="1" marL="742950" marR="0" rtl="0" algn="l">
              <a:spcBef>
                <a:spcPts val="0"/>
              </a:spcBef>
              <a:spcAft>
                <a:spcPts val="0"/>
              </a:spcAft>
              <a:buClr>
                <a:schemeClr val="dk1"/>
              </a:buClr>
              <a:buSzPts val="1800"/>
              <a:buFont typeface="Arial"/>
              <a:buChar char="•"/>
            </a:pPr>
            <a:r>
              <a:rPr b="0" i="0" lang="en-US" sz="1800" u="none" cap="none" strike="noStrike">
                <a:solidFill>
                  <a:schemeClr val="dk1"/>
                </a:solidFill>
                <a:latin typeface="Arial"/>
                <a:ea typeface="Arial"/>
                <a:cs typeface="Arial"/>
                <a:sym typeface="Arial"/>
              </a:rPr>
              <a:t>Câu hỏi yêu cầu tra đúng một giá trị hoặc điều kiện trong bảng biểu</a:t>
            </a:r>
            <a:endParaRPr b="0" i="0" sz="1800" u="none" cap="none" strike="noStrike">
              <a:solidFill>
                <a:schemeClr val="dk1"/>
              </a:solidFill>
              <a:latin typeface="Arial"/>
              <a:ea typeface="Arial"/>
              <a:cs typeface="Arial"/>
              <a:sym typeface="Arial"/>
            </a:endParaRPr>
          </a:p>
          <a:p>
            <a:pPr indent="-285750" lvl="1" marL="742950" marR="0" rtl="0" algn="l">
              <a:spcBef>
                <a:spcPts val="0"/>
              </a:spcBef>
              <a:spcAft>
                <a:spcPts val="0"/>
              </a:spcAft>
              <a:buClr>
                <a:schemeClr val="dk1"/>
              </a:buClr>
              <a:buSzPts val="1800"/>
              <a:buFont typeface="Arial"/>
              <a:buChar char="•"/>
            </a:pPr>
            <a:r>
              <a:rPr b="0" i="0" lang="en-US" sz="1800" u="none" cap="none" strike="noStrike">
                <a:solidFill>
                  <a:schemeClr val="dk1"/>
                </a:solidFill>
                <a:latin typeface="Arial"/>
                <a:ea typeface="Arial"/>
                <a:cs typeface="Arial"/>
                <a:sym typeface="Arial"/>
              </a:rPr>
              <a:t>Nhiều ký hiệu, mã thiết bị, định danh tài liệu</a:t>
            </a:r>
            <a:endParaRPr b="0" i="0" sz="1800" u="none" cap="none" strike="noStrike">
              <a:solidFill>
                <a:schemeClr val="dk1"/>
              </a:solidFill>
              <a:latin typeface="Arial"/>
              <a:ea typeface="Arial"/>
              <a:cs typeface="Arial"/>
              <a:sym typeface="Arial"/>
            </a:endParaRPr>
          </a:p>
          <a:p>
            <a:pPr indent="-285750" lvl="1" marL="742950" marR="0" rtl="0" algn="l">
              <a:spcBef>
                <a:spcPts val="0"/>
              </a:spcBef>
              <a:spcAft>
                <a:spcPts val="0"/>
              </a:spcAft>
              <a:buClr>
                <a:schemeClr val="dk1"/>
              </a:buClr>
              <a:buSzPts val="1800"/>
              <a:buFont typeface="Arial"/>
              <a:buChar char="•"/>
            </a:pPr>
            <a:r>
              <a:rPr lang="en-US" sz="1800">
                <a:solidFill>
                  <a:schemeClr val="dk1"/>
                </a:solidFill>
              </a:rPr>
              <a:t>Cùng chủ đề có thể xuất hiện rải rác ở nhiều đoạn, khiến hệ thống dễ bỏ sót tài liệu liên quan. </a:t>
            </a:r>
            <a:endParaRPr b="0" i="0" sz="1800" u="none" cap="none" strike="noStrike">
              <a:solidFill>
                <a:schemeClr val="dk1"/>
              </a:solidFill>
              <a:latin typeface="Arial"/>
              <a:ea typeface="Arial"/>
              <a:cs typeface="Arial"/>
              <a:sym typeface="Arial"/>
            </a:endParaRPr>
          </a:p>
          <a:p>
            <a:pPr indent="-285750" lvl="1" marL="742950" marR="0" rtl="0" algn="l">
              <a:spcBef>
                <a:spcPts val="0"/>
              </a:spcBef>
              <a:spcAft>
                <a:spcPts val="0"/>
              </a:spcAft>
              <a:buClr>
                <a:schemeClr val="dk1"/>
              </a:buClr>
              <a:buSzPts val="1800"/>
              <a:buFont typeface="Arial"/>
              <a:buChar char="•"/>
            </a:pPr>
            <a:r>
              <a:rPr b="0" i="0" lang="en-US" sz="1800" u="none" cap="none" strike="noStrike">
                <a:solidFill>
                  <a:schemeClr val="dk1"/>
                </a:solidFill>
                <a:latin typeface="Arial"/>
                <a:ea typeface="Arial"/>
                <a:cs typeface="Arial"/>
                <a:sym typeface="Arial"/>
              </a:rPr>
              <a:t>Ràng buộc độ trễ và chi phí khi triển khai trên CPU hoặc hạ tầng nội bộ</a:t>
            </a:r>
            <a:endParaRPr b="0" i="0" sz="1800" u="none" cap="none" strike="noStrike">
              <a:solidFill>
                <a:schemeClr val="dk1"/>
              </a:solidFill>
              <a:latin typeface="Arial"/>
              <a:ea typeface="Arial"/>
              <a:cs typeface="Arial"/>
              <a:sym typeface="Arial"/>
            </a:endParaRPr>
          </a:p>
          <a:p>
            <a:pPr indent="0" lvl="0" marL="0" marR="0" rtl="0" algn="l">
              <a:spcBef>
                <a:spcPts val="0"/>
              </a:spcBef>
              <a:spcAft>
                <a:spcPts val="0"/>
              </a:spcAft>
              <a:buNone/>
            </a:pPr>
            <a:r>
              <a:t/>
            </a:r>
            <a:endParaRPr sz="1800">
              <a:solidFill>
                <a:schemeClr val="dk1"/>
              </a:solidFill>
              <a:latin typeface="Arial"/>
              <a:ea typeface="Arial"/>
              <a:cs typeface="Arial"/>
              <a:sym typeface="Arial"/>
            </a:endParaRPr>
          </a:p>
          <a:p>
            <a:pPr indent="0" lvl="0" marL="0" marR="0" rtl="0" algn="l">
              <a:spcBef>
                <a:spcPts val="0"/>
              </a:spcBef>
              <a:spcAft>
                <a:spcPts val="0"/>
              </a:spcAft>
              <a:buNone/>
            </a:pPr>
            <a:r>
              <a:t/>
            </a:r>
            <a:endParaRPr sz="1800">
              <a:solidFill>
                <a:schemeClr val="dk1"/>
              </a:solidFill>
              <a:latin typeface="Arial"/>
              <a:ea typeface="Arial"/>
              <a:cs typeface="Arial"/>
              <a:sym typeface="Arial"/>
            </a:endParaRPr>
          </a:p>
          <a:p>
            <a:pPr indent="0" lvl="0" marL="0" marR="0" rtl="0" algn="l">
              <a:spcBef>
                <a:spcPts val="0"/>
              </a:spcBef>
              <a:spcAft>
                <a:spcPts val="0"/>
              </a:spcAft>
              <a:buNone/>
            </a:pPr>
            <a:r>
              <a:t/>
            </a:r>
            <a:endParaRPr sz="1800">
              <a:solidFill>
                <a:schemeClr val="dk1"/>
              </a:solidFill>
              <a:latin typeface="Arial"/>
              <a:ea typeface="Arial"/>
              <a:cs typeface="Arial"/>
              <a:sym typeface="Arial"/>
            </a:endParaRPr>
          </a:p>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95" name="Google Shape;195;p4"/>
          <p:cNvSpPr txBox="1"/>
          <p:nvPr/>
        </p:nvSpPr>
        <p:spPr>
          <a:xfrm>
            <a:off x="11684000" y="6540500"/>
            <a:ext cx="381000" cy="190500"/>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lang="en-US" sz="1000">
                <a:solidFill>
                  <a:srgbClr val="505050"/>
                </a:solidFill>
                <a:latin typeface="Arial"/>
                <a:ea typeface="Arial"/>
                <a:cs typeface="Arial"/>
                <a:sym typeface="Arial"/>
              </a:rPr>
              <a:t>4</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0" name="Shape 200"/>
        <p:cNvGrpSpPr/>
        <p:nvPr/>
      </p:nvGrpSpPr>
      <p:grpSpPr>
        <a:xfrm>
          <a:off x="0" y="0"/>
          <a:ext cx="0" cy="0"/>
          <a:chOff x="0" y="0"/>
          <a:chExt cx="0" cy="0"/>
        </a:xfrm>
      </p:grpSpPr>
      <p:sp>
        <p:nvSpPr>
          <p:cNvPr id="201" name="Google Shape;201;p5"/>
          <p:cNvSpPr txBox="1"/>
          <p:nvPr/>
        </p:nvSpPr>
        <p:spPr>
          <a:xfrm>
            <a:off x="425570" y="974700"/>
            <a:ext cx="11514240" cy="4908600"/>
          </a:xfrm>
          <a:prstGeom prst="rect">
            <a:avLst/>
          </a:prstGeom>
          <a:noFill/>
          <a:ln>
            <a:noFill/>
          </a:ln>
        </p:spPr>
        <p:txBody>
          <a:bodyPr anchorCtr="0" anchor="t" bIns="45000" lIns="90000" spcFirstLastPara="1" rIns="90000" wrap="square" tIns="45000">
            <a:noAutofit/>
          </a:bodyPr>
          <a:lstStyle/>
          <a:p>
            <a:pPr indent="0" lvl="0" marL="0" marR="0" rtl="0" algn="l">
              <a:spcBef>
                <a:spcPts val="0"/>
              </a:spcBef>
              <a:spcAft>
                <a:spcPts val="0"/>
              </a:spcAft>
              <a:buNone/>
            </a:pPr>
            <a:r>
              <a:t/>
            </a:r>
            <a:endParaRPr b="0" sz="2800" strike="noStrike">
              <a:solidFill>
                <a:srgbClr val="000000"/>
              </a:solidFill>
              <a:latin typeface="Arial"/>
              <a:ea typeface="Arial"/>
              <a:cs typeface="Arial"/>
              <a:sym typeface="Arial"/>
            </a:endParaRPr>
          </a:p>
        </p:txBody>
      </p:sp>
      <p:sp>
        <p:nvSpPr>
          <p:cNvPr id="202" name="Google Shape;202;p5"/>
          <p:cNvSpPr txBox="1"/>
          <p:nvPr/>
        </p:nvSpPr>
        <p:spPr>
          <a:xfrm>
            <a:off x="338760" y="112680"/>
            <a:ext cx="11514240" cy="435600"/>
          </a:xfrm>
          <a:prstGeom prst="rect">
            <a:avLst/>
          </a:prstGeom>
          <a:noFill/>
          <a:ln>
            <a:noFill/>
          </a:ln>
        </p:spPr>
        <p:txBody>
          <a:bodyPr anchorCtr="0" anchor="t" bIns="45000" lIns="90000" spcFirstLastPara="1" rIns="90000" wrap="square" tIns="45000">
            <a:noAutofit/>
          </a:bodyPr>
          <a:lstStyle/>
          <a:p>
            <a:pPr indent="0" lvl="0" marL="0" marR="0" rtl="0" algn="l">
              <a:spcBef>
                <a:spcPts val="0"/>
              </a:spcBef>
              <a:spcAft>
                <a:spcPts val="0"/>
              </a:spcAft>
              <a:buNone/>
            </a:pPr>
            <a:r>
              <a:rPr lang="en-US" sz="2800">
                <a:solidFill>
                  <a:schemeClr val="lt1"/>
                </a:solidFill>
                <a:latin typeface="Arial"/>
                <a:ea typeface="Arial"/>
                <a:cs typeface="Arial"/>
                <a:sym typeface="Arial"/>
              </a:rPr>
              <a:t>1. Giới thiệu và đặt vấn đề</a:t>
            </a:r>
            <a:endParaRPr b="0" sz="2800" strike="noStrike">
              <a:solidFill>
                <a:schemeClr val="lt1"/>
              </a:solidFill>
              <a:latin typeface="Arial"/>
              <a:ea typeface="Arial"/>
              <a:cs typeface="Arial"/>
              <a:sym typeface="Arial"/>
            </a:endParaRPr>
          </a:p>
        </p:txBody>
      </p:sp>
      <p:sp>
        <p:nvSpPr>
          <p:cNvPr id="203" name="Google Shape;203;p5"/>
          <p:cNvSpPr txBox="1"/>
          <p:nvPr/>
        </p:nvSpPr>
        <p:spPr>
          <a:xfrm>
            <a:off x="425570" y="1058760"/>
            <a:ext cx="11427430"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400">
                <a:solidFill>
                  <a:srgbClr val="0F2A43"/>
                </a:solidFill>
                <a:latin typeface="Arial"/>
                <a:ea typeface="Arial"/>
                <a:cs typeface="Arial"/>
                <a:sym typeface="Arial"/>
              </a:rPr>
              <a:t>Định hướng hai giai đoạn và bốn đóng góp chính</a:t>
            </a:r>
            <a:endParaRPr sz="2400">
              <a:solidFill>
                <a:schemeClr val="dk1"/>
              </a:solidFill>
              <a:latin typeface="Arial"/>
              <a:ea typeface="Arial"/>
              <a:cs typeface="Arial"/>
              <a:sym typeface="Arial"/>
            </a:endParaRPr>
          </a:p>
        </p:txBody>
      </p:sp>
      <p:sp>
        <p:nvSpPr>
          <p:cNvPr id="204" name="Google Shape;204;p5"/>
          <p:cNvSpPr/>
          <p:nvPr/>
        </p:nvSpPr>
        <p:spPr>
          <a:xfrm>
            <a:off x="425569" y="1724762"/>
            <a:ext cx="5349240" cy="2103120"/>
          </a:xfrm>
          <a:prstGeom prst="roundRect">
            <a:avLst>
              <a:gd fmla="val 3478" name="adj"/>
            </a:avLst>
          </a:prstGeom>
          <a:solidFill>
            <a:schemeClr val="lt2"/>
          </a:solidFill>
          <a:ln>
            <a:noFill/>
          </a:ln>
          <a:effectLst>
            <a:outerShdw blurRad="88900" rotWithShape="0" algn="bl" dir="5400000" dist="25400">
              <a:srgbClr val="1B2A3A">
                <a:alpha val="10196"/>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05" name="Google Shape;205;p5"/>
          <p:cNvSpPr/>
          <p:nvPr/>
        </p:nvSpPr>
        <p:spPr>
          <a:xfrm>
            <a:off x="6417193" y="1724762"/>
            <a:ext cx="5349240" cy="2103120"/>
          </a:xfrm>
          <a:prstGeom prst="roundRect">
            <a:avLst>
              <a:gd fmla="val 3478" name="adj"/>
            </a:avLst>
          </a:prstGeom>
          <a:solidFill>
            <a:schemeClr val="lt2"/>
          </a:solidFill>
          <a:ln>
            <a:noFill/>
          </a:ln>
          <a:effectLst>
            <a:outerShdw blurRad="88900" rotWithShape="0" algn="bl" dir="5400000" dist="25400">
              <a:srgbClr val="1B2A3A">
                <a:alpha val="10196"/>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06" name="Google Shape;206;p5"/>
          <p:cNvSpPr/>
          <p:nvPr/>
        </p:nvSpPr>
        <p:spPr>
          <a:xfrm>
            <a:off x="598960" y="1862334"/>
            <a:ext cx="457200" cy="457200"/>
          </a:xfrm>
          <a:prstGeom prst="ellipse">
            <a:avLst/>
          </a:prstGeom>
          <a:solidFill>
            <a:srgbClr val="146B8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07" name="Google Shape;207;p5"/>
          <p:cNvSpPr/>
          <p:nvPr/>
        </p:nvSpPr>
        <p:spPr>
          <a:xfrm>
            <a:off x="1229550" y="1862334"/>
            <a:ext cx="420624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2A43"/>
              </a:buClr>
              <a:buSzPts val="1400"/>
              <a:buFont typeface="Arial"/>
              <a:buNone/>
            </a:pPr>
            <a:r>
              <a:rPr b="1" lang="en-US" sz="1400">
                <a:solidFill>
                  <a:srgbClr val="0F2A43"/>
                </a:solidFill>
                <a:latin typeface="Arial"/>
                <a:ea typeface="Arial"/>
                <a:cs typeface="Arial"/>
                <a:sym typeface="Arial"/>
              </a:rPr>
              <a:t>Giai đoạn 1 - Xây dựng và đánh giá hệ thống v1</a:t>
            </a:r>
            <a:endParaRPr sz="1400">
              <a:solidFill>
                <a:schemeClr val="dk1"/>
              </a:solidFill>
              <a:latin typeface="Arial"/>
              <a:ea typeface="Arial"/>
              <a:cs typeface="Arial"/>
              <a:sym typeface="Arial"/>
            </a:endParaRPr>
          </a:p>
        </p:txBody>
      </p:sp>
      <p:pic>
        <p:nvPicPr>
          <p:cNvPr descr="preencoded.png" id="208" name="Google Shape;208;p5"/>
          <p:cNvPicPr preferRelativeResize="0"/>
          <p:nvPr/>
        </p:nvPicPr>
        <p:blipFill rotWithShape="1">
          <a:blip r:embed="rId3">
            <a:alphaModFix/>
          </a:blip>
          <a:srcRect b="0" l="0" r="0" t="0"/>
          <a:stretch/>
        </p:blipFill>
        <p:spPr>
          <a:xfrm>
            <a:off x="722404" y="1985778"/>
            <a:ext cx="210312" cy="210312"/>
          </a:xfrm>
          <a:prstGeom prst="rect">
            <a:avLst/>
          </a:prstGeom>
          <a:noFill/>
          <a:ln>
            <a:noFill/>
          </a:ln>
        </p:spPr>
      </p:pic>
      <p:sp>
        <p:nvSpPr>
          <p:cNvPr id="209" name="Google Shape;209;p5"/>
          <p:cNvSpPr/>
          <p:nvPr/>
        </p:nvSpPr>
        <p:spPr>
          <a:xfrm>
            <a:off x="598960" y="2523871"/>
            <a:ext cx="4800600" cy="109728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None/>
            </a:pPr>
            <a:r>
              <a:rPr lang="en-US" sz="1200">
                <a:solidFill>
                  <a:schemeClr val="dk1"/>
                </a:solidFill>
                <a:latin typeface="Arial"/>
                <a:ea typeface="Arial"/>
                <a:cs typeface="Arial"/>
                <a:sym typeface="Arial"/>
              </a:rPr>
              <a:t>Xây dựng pipeline Baseline Router để đo độ chính xác, độ trễ và các lỗi thực tế</a:t>
            </a:r>
            <a:endParaRPr sz="1200">
              <a:solidFill>
                <a:schemeClr val="dk1"/>
              </a:solidFill>
              <a:latin typeface="Arial"/>
              <a:ea typeface="Arial"/>
              <a:cs typeface="Arial"/>
              <a:sym typeface="Arial"/>
            </a:endParaRPr>
          </a:p>
        </p:txBody>
      </p:sp>
      <p:sp>
        <p:nvSpPr>
          <p:cNvPr id="210" name="Google Shape;210;p5"/>
          <p:cNvSpPr/>
          <p:nvPr/>
        </p:nvSpPr>
        <p:spPr>
          <a:xfrm>
            <a:off x="6590581" y="1862334"/>
            <a:ext cx="457200" cy="457200"/>
          </a:xfrm>
          <a:prstGeom prst="ellipse">
            <a:avLst/>
          </a:prstGeom>
          <a:solidFill>
            <a:srgbClr val="0E9A8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pic>
        <p:nvPicPr>
          <p:cNvPr descr="preencoded.png" id="211" name="Google Shape;211;p5"/>
          <p:cNvPicPr preferRelativeResize="0"/>
          <p:nvPr/>
        </p:nvPicPr>
        <p:blipFill rotWithShape="1">
          <a:blip r:embed="rId4">
            <a:alphaModFix/>
          </a:blip>
          <a:srcRect b="0" l="0" r="0" t="0"/>
          <a:stretch/>
        </p:blipFill>
        <p:spPr>
          <a:xfrm>
            <a:off x="6714025" y="1985778"/>
            <a:ext cx="210312" cy="210312"/>
          </a:xfrm>
          <a:prstGeom prst="rect">
            <a:avLst/>
          </a:prstGeom>
          <a:noFill/>
          <a:ln>
            <a:noFill/>
          </a:ln>
        </p:spPr>
      </p:pic>
      <p:sp>
        <p:nvSpPr>
          <p:cNvPr id="212" name="Google Shape;212;p5"/>
          <p:cNvSpPr/>
          <p:nvPr/>
        </p:nvSpPr>
        <p:spPr>
          <a:xfrm>
            <a:off x="7221168" y="1862334"/>
            <a:ext cx="4493503"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2A43"/>
              </a:buClr>
              <a:buSzPts val="1400"/>
              <a:buFont typeface="Arial"/>
              <a:buNone/>
            </a:pPr>
            <a:r>
              <a:rPr b="1" lang="en-US" sz="1400">
                <a:solidFill>
                  <a:srgbClr val="0F2A43"/>
                </a:solidFill>
                <a:latin typeface="Arial"/>
                <a:ea typeface="Arial"/>
                <a:cs typeface="Arial"/>
                <a:sym typeface="Arial"/>
              </a:rPr>
              <a:t>Giai đoạn 2 – Tối ưu v2 theo các nút thắt đã xác định</a:t>
            </a:r>
            <a:endParaRPr sz="1400">
              <a:solidFill>
                <a:schemeClr val="dk1"/>
              </a:solidFill>
              <a:latin typeface="Arial"/>
              <a:ea typeface="Arial"/>
              <a:cs typeface="Arial"/>
              <a:sym typeface="Arial"/>
            </a:endParaRPr>
          </a:p>
        </p:txBody>
      </p:sp>
      <p:sp>
        <p:nvSpPr>
          <p:cNvPr id="213" name="Google Shape;213;p5"/>
          <p:cNvSpPr/>
          <p:nvPr/>
        </p:nvSpPr>
        <p:spPr>
          <a:xfrm>
            <a:off x="6590581" y="2523078"/>
            <a:ext cx="4800600" cy="109728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None/>
            </a:pPr>
            <a:r>
              <a:rPr lang="en-US" sz="1200">
                <a:solidFill>
                  <a:schemeClr val="dk1"/>
                </a:solidFill>
                <a:latin typeface="Arial"/>
                <a:ea typeface="Arial"/>
                <a:cs typeface="Arial"/>
                <a:sym typeface="Arial"/>
              </a:rPr>
              <a:t>Tối ưu embedding, reranker và router ý định dựa trên kết quả đo lường từ v1</a:t>
            </a:r>
            <a:endParaRPr/>
          </a:p>
        </p:txBody>
      </p:sp>
      <p:sp>
        <p:nvSpPr>
          <p:cNvPr id="214" name="Google Shape;214;p5"/>
          <p:cNvSpPr/>
          <p:nvPr/>
        </p:nvSpPr>
        <p:spPr>
          <a:xfrm>
            <a:off x="425569" y="3868985"/>
            <a:ext cx="73152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E9A83"/>
              </a:buClr>
              <a:buSzPts val="1200"/>
              <a:buFont typeface="Arial"/>
              <a:buNone/>
            </a:pPr>
            <a:r>
              <a:rPr b="1" lang="en-US" sz="1200">
                <a:solidFill>
                  <a:srgbClr val="0E9A83"/>
                </a:solidFill>
                <a:latin typeface="Arial"/>
                <a:ea typeface="Arial"/>
                <a:cs typeface="Arial"/>
                <a:sym typeface="Arial"/>
              </a:rPr>
              <a:t>BỐN ĐÓNG GÓP CHÍNH</a:t>
            </a:r>
            <a:endParaRPr sz="1200">
              <a:solidFill>
                <a:schemeClr val="dk1"/>
              </a:solidFill>
              <a:latin typeface="Arial"/>
              <a:ea typeface="Arial"/>
              <a:cs typeface="Arial"/>
              <a:sym typeface="Arial"/>
            </a:endParaRPr>
          </a:p>
        </p:txBody>
      </p:sp>
      <p:sp>
        <p:nvSpPr>
          <p:cNvPr id="215" name="Google Shape;215;p5"/>
          <p:cNvSpPr/>
          <p:nvPr/>
        </p:nvSpPr>
        <p:spPr>
          <a:xfrm>
            <a:off x="425568" y="4108640"/>
            <a:ext cx="2625014" cy="1965960"/>
          </a:xfrm>
          <a:prstGeom prst="roundRect">
            <a:avLst>
              <a:gd fmla="val 3721" name="adj"/>
            </a:avLst>
          </a:prstGeom>
          <a:solidFill>
            <a:schemeClr val="lt2"/>
          </a:solidFill>
          <a:ln>
            <a:noFill/>
          </a:ln>
          <a:effectLst>
            <a:outerShdw blurRad="88900" rotWithShape="0" algn="bl" dir="5400000" dist="25400">
              <a:srgbClr val="1B2A3A">
                <a:alpha val="10196"/>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16" name="Google Shape;216;p5"/>
          <p:cNvSpPr/>
          <p:nvPr/>
        </p:nvSpPr>
        <p:spPr>
          <a:xfrm>
            <a:off x="3377081" y="4108640"/>
            <a:ext cx="2625014" cy="1965960"/>
          </a:xfrm>
          <a:prstGeom prst="roundRect">
            <a:avLst>
              <a:gd fmla="val 3721" name="adj"/>
            </a:avLst>
          </a:prstGeom>
          <a:solidFill>
            <a:schemeClr val="lt2"/>
          </a:solidFill>
          <a:ln>
            <a:noFill/>
          </a:ln>
          <a:effectLst>
            <a:outerShdw blurRad="88900" rotWithShape="0" algn="bl" dir="5400000" dist="25400">
              <a:srgbClr val="1B2A3A">
                <a:alpha val="10196"/>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17" name="Google Shape;217;p5"/>
          <p:cNvSpPr/>
          <p:nvPr/>
        </p:nvSpPr>
        <p:spPr>
          <a:xfrm>
            <a:off x="6328594" y="4120884"/>
            <a:ext cx="2625014" cy="1965960"/>
          </a:xfrm>
          <a:prstGeom prst="roundRect">
            <a:avLst>
              <a:gd fmla="val 3721" name="adj"/>
            </a:avLst>
          </a:prstGeom>
          <a:solidFill>
            <a:schemeClr val="lt2"/>
          </a:solidFill>
          <a:ln>
            <a:noFill/>
          </a:ln>
          <a:effectLst>
            <a:outerShdw blurRad="88900" rotWithShape="0" algn="bl" dir="5400000" dist="25400">
              <a:srgbClr val="1B2A3A">
                <a:alpha val="10196"/>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18" name="Google Shape;218;p5"/>
          <p:cNvSpPr/>
          <p:nvPr/>
        </p:nvSpPr>
        <p:spPr>
          <a:xfrm>
            <a:off x="9280107" y="4108640"/>
            <a:ext cx="2625014" cy="1965960"/>
          </a:xfrm>
          <a:prstGeom prst="roundRect">
            <a:avLst>
              <a:gd fmla="val 3721" name="adj"/>
            </a:avLst>
          </a:prstGeom>
          <a:solidFill>
            <a:schemeClr val="lt2"/>
          </a:solidFill>
          <a:ln>
            <a:noFill/>
          </a:ln>
          <a:effectLst>
            <a:outerShdw blurRad="88900" rotWithShape="0" algn="bl" dir="5400000" dist="25400">
              <a:srgbClr val="1B2A3A">
                <a:alpha val="10196"/>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19" name="Google Shape;219;p5"/>
          <p:cNvSpPr/>
          <p:nvPr/>
        </p:nvSpPr>
        <p:spPr>
          <a:xfrm>
            <a:off x="598960" y="4262548"/>
            <a:ext cx="457200" cy="457200"/>
          </a:xfrm>
          <a:prstGeom prst="ellipse">
            <a:avLst/>
          </a:prstGeom>
          <a:solidFill>
            <a:srgbClr val="146B8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pic>
        <p:nvPicPr>
          <p:cNvPr descr="preencoded.png" id="220" name="Google Shape;220;p5"/>
          <p:cNvPicPr preferRelativeResize="0"/>
          <p:nvPr/>
        </p:nvPicPr>
        <p:blipFill rotWithShape="1">
          <a:blip r:embed="rId5">
            <a:alphaModFix/>
          </a:blip>
          <a:srcRect b="0" l="0" r="0" t="0"/>
          <a:stretch/>
        </p:blipFill>
        <p:spPr>
          <a:xfrm>
            <a:off x="722404" y="4403401"/>
            <a:ext cx="210312" cy="210312"/>
          </a:xfrm>
          <a:prstGeom prst="rect">
            <a:avLst/>
          </a:prstGeom>
          <a:noFill/>
          <a:ln>
            <a:noFill/>
          </a:ln>
        </p:spPr>
      </p:pic>
      <p:sp>
        <p:nvSpPr>
          <p:cNvPr id="221" name="Google Shape;221;p5"/>
          <p:cNvSpPr/>
          <p:nvPr/>
        </p:nvSpPr>
        <p:spPr>
          <a:xfrm>
            <a:off x="598960" y="4829544"/>
            <a:ext cx="2167814" cy="548640"/>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Clr>
                <a:srgbClr val="0F2A43"/>
              </a:buClr>
              <a:buSzPts val="1250"/>
              <a:buFont typeface="Arial"/>
              <a:buNone/>
            </a:pPr>
            <a:r>
              <a:rPr b="1" lang="en-US" sz="1250">
                <a:solidFill>
                  <a:srgbClr val="0F2A43"/>
                </a:solidFill>
                <a:latin typeface="Arial"/>
                <a:ea typeface="Arial"/>
                <a:cs typeface="Arial"/>
                <a:sym typeface="Arial"/>
              </a:rPr>
              <a:t>Quy trình dữ liệu huấn luyện dùng chung</a:t>
            </a:r>
            <a:endParaRPr sz="1250">
              <a:solidFill>
                <a:schemeClr val="dk1"/>
              </a:solidFill>
              <a:latin typeface="Arial"/>
              <a:ea typeface="Arial"/>
              <a:cs typeface="Arial"/>
              <a:sym typeface="Arial"/>
            </a:endParaRPr>
          </a:p>
        </p:txBody>
      </p:sp>
      <p:sp>
        <p:nvSpPr>
          <p:cNvPr id="222" name="Google Shape;222;p5"/>
          <p:cNvSpPr/>
          <p:nvPr/>
        </p:nvSpPr>
        <p:spPr>
          <a:xfrm>
            <a:off x="598959" y="5361762"/>
            <a:ext cx="2167814" cy="59436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chemeClr val="dk1"/>
              </a:buClr>
              <a:buSzPts val="1000"/>
              <a:buFont typeface="Arial"/>
              <a:buNone/>
            </a:pPr>
            <a:r>
              <a:rPr lang="en-US" sz="1000">
                <a:solidFill>
                  <a:schemeClr val="dk1"/>
                </a:solidFill>
                <a:latin typeface="Arial"/>
                <a:ea typeface="Arial"/>
                <a:cs typeface="Arial"/>
                <a:sym typeface="Arial"/>
              </a:rPr>
              <a:t>Xây dựng bộ dữ liệu huấn luyện cho 2 thành phần</a:t>
            </a:r>
            <a:endParaRPr sz="1000">
              <a:solidFill>
                <a:schemeClr val="dk1"/>
              </a:solidFill>
              <a:latin typeface="Arial"/>
              <a:ea typeface="Arial"/>
              <a:cs typeface="Arial"/>
              <a:sym typeface="Arial"/>
            </a:endParaRPr>
          </a:p>
        </p:txBody>
      </p:sp>
      <p:sp>
        <p:nvSpPr>
          <p:cNvPr id="223" name="Google Shape;223;p5"/>
          <p:cNvSpPr/>
          <p:nvPr/>
        </p:nvSpPr>
        <p:spPr>
          <a:xfrm>
            <a:off x="3544585" y="4262548"/>
            <a:ext cx="457200" cy="457200"/>
          </a:xfrm>
          <a:prstGeom prst="ellipse">
            <a:avLst/>
          </a:prstGeom>
          <a:solidFill>
            <a:srgbClr val="146B8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pic>
        <p:nvPicPr>
          <p:cNvPr descr="preencoded.png" id="224" name="Google Shape;224;p5"/>
          <p:cNvPicPr preferRelativeResize="0"/>
          <p:nvPr/>
        </p:nvPicPr>
        <p:blipFill rotWithShape="1">
          <a:blip r:embed="rId6">
            <a:alphaModFix/>
          </a:blip>
          <a:srcRect b="0" l="0" r="0" t="0"/>
          <a:stretch/>
        </p:blipFill>
        <p:spPr>
          <a:xfrm>
            <a:off x="3668029" y="4416679"/>
            <a:ext cx="210312" cy="210312"/>
          </a:xfrm>
          <a:prstGeom prst="rect">
            <a:avLst/>
          </a:prstGeom>
          <a:noFill/>
          <a:ln>
            <a:noFill/>
          </a:ln>
        </p:spPr>
      </p:pic>
      <p:sp>
        <p:nvSpPr>
          <p:cNvPr id="225" name="Google Shape;225;p5"/>
          <p:cNvSpPr/>
          <p:nvPr/>
        </p:nvSpPr>
        <p:spPr>
          <a:xfrm>
            <a:off x="3544585" y="4817300"/>
            <a:ext cx="2167814" cy="548640"/>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Clr>
                <a:srgbClr val="0F2A43"/>
              </a:buClr>
              <a:buSzPts val="1250"/>
              <a:buFont typeface="Arial"/>
              <a:buNone/>
            </a:pPr>
            <a:r>
              <a:rPr b="1" lang="en-US" sz="1250">
                <a:solidFill>
                  <a:srgbClr val="0F2A43"/>
                </a:solidFill>
                <a:latin typeface="Arial"/>
                <a:ea typeface="Arial"/>
                <a:cs typeface="Arial"/>
                <a:sym typeface="Arial"/>
              </a:rPr>
              <a:t>Embedding theo miền với MRL</a:t>
            </a:r>
            <a:endParaRPr sz="1250">
              <a:solidFill>
                <a:schemeClr val="dk1"/>
              </a:solidFill>
              <a:latin typeface="Arial"/>
              <a:ea typeface="Arial"/>
              <a:cs typeface="Arial"/>
              <a:sym typeface="Arial"/>
            </a:endParaRPr>
          </a:p>
        </p:txBody>
      </p:sp>
      <p:sp>
        <p:nvSpPr>
          <p:cNvPr id="226" name="Google Shape;226;p5"/>
          <p:cNvSpPr/>
          <p:nvPr/>
        </p:nvSpPr>
        <p:spPr>
          <a:xfrm>
            <a:off x="3544585" y="5355105"/>
            <a:ext cx="2167814" cy="59436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None/>
            </a:pPr>
            <a:r>
              <a:rPr lang="en-US" sz="1000">
                <a:solidFill>
                  <a:schemeClr val="dk1"/>
                </a:solidFill>
                <a:latin typeface="Arial"/>
                <a:ea typeface="Arial"/>
                <a:cs typeface="Arial"/>
                <a:sym typeface="Arial"/>
              </a:rPr>
              <a:t>Tinh chỉnh bằng MNRL + MRL, hỗ trợ biểu diễn 256/512/1024 chiều</a:t>
            </a:r>
            <a:endParaRPr sz="1000">
              <a:solidFill>
                <a:schemeClr val="dk1"/>
              </a:solidFill>
              <a:latin typeface="Arial"/>
              <a:ea typeface="Arial"/>
              <a:cs typeface="Arial"/>
              <a:sym typeface="Arial"/>
            </a:endParaRPr>
          </a:p>
        </p:txBody>
      </p:sp>
      <p:sp>
        <p:nvSpPr>
          <p:cNvPr id="227" name="Google Shape;227;p5"/>
          <p:cNvSpPr/>
          <p:nvPr/>
        </p:nvSpPr>
        <p:spPr>
          <a:xfrm>
            <a:off x="6485425" y="4261755"/>
            <a:ext cx="457200" cy="457200"/>
          </a:xfrm>
          <a:prstGeom prst="ellipse">
            <a:avLst/>
          </a:prstGeom>
          <a:solidFill>
            <a:srgbClr val="146B8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pic>
        <p:nvPicPr>
          <p:cNvPr descr="preencoded.png" id="228" name="Google Shape;228;p5"/>
          <p:cNvPicPr preferRelativeResize="0"/>
          <p:nvPr/>
        </p:nvPicPr>
        <p:blipFill rotWithShape="1">
          <a:blip r:embed="rId7">
            <a:alphaModFix/>
          </a:blip>
          <a:srcRect b="0" l="0" r="0" t="0"/>
          <a:stretch/>
        </p:blipFill>
        <p:spPr>
          <a:xfrm>
            <a:off x="6608869" y="4390767"/>
            <a:ext cx="210312" cy="210312"/>
          </a:xfrm>
          <a:prstGeom prst="rect">
            <a:avLst/>
          </a:prstGeom>
          <a:noFill/>
          <a:ln>
            <a:noFill/>
          </a:ln>
        </p:spPr>
      </p:pic>
      <p:sp>
        <p:nvSpPr>
          <p:cNvPr id="229" name="Google Shape;229;p5"/>
          <p:cNvSpPr/>
          <p:nvPr/>
        </p:nvSpPr>
        <p:spPr>
          <a:xfrm>
            <a:off x="6485425" y="4774700"/>
            <a:ext cx="2167814" cy="548640"/>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None/>
            </a:pPr>
            <a:r>
              <a:rPr b="1" lang="en-US" sz="1250">
                <a:solidFill>
                  <a:schemeClr val="dk1"/>
                </a:solidFill>
                <a:latin typeface="Arial"/>
                <a:ea typeface="Arial"/>
                <a:cs typeface="Arial"/>
                <a:sym typeface="Arial"/>
              </a:rPr>
              <a:t>Reranker nhẹ bằng KD + pruning</a:t>
            </a:r>
            <a:endParaRPr b="1" sz="1250">
              <a:solidFill>
                <a:schemeClr val="dk1"/>
              </a:solidFill>
              <a:latin typeface="Arial"/>
              <a:ea typeface="Arial"/>
              <a:cs typeface="Arial"/>
              <a:sym typeface="Arial"/>
            </a:endParaRPr>
          </a:p>
        </p:txBody>
      </p:sp>
      <p:sp>
        <p:nvSpPr>
          <p:cNvPr id="230" name="Google Shape;230;p5"/>
          <p:cNvSpPr/>
          <p:nvPr/>
        </p:nvSpPr>
        <p:spPr>
          <a:xfrm>
            <a:off x="6485424" y="5366992"/>
            <a:ext cx="2342273" cy="59436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None/>
            </a:pPr>
            <a:r>
              <a:rPr lang="en-US" sz="1000">
                <a:solidFill>
                  <a:schemeClr val="dk1"/>
                </a:solidFill>
                <a:latin typeface="Arial"/>
                <a:ea typeface="Arial"/>
                <a:cs typeface="Arial"/>
                <a:sym typeface="Arial"/>
              </a:rPr>
              <a:t>Chưng cất từ BGE, cắt từ vựng 250K→36K, INT8 → 34.8 MB, chạy CPU</a:t>
            </a:r>
            <a:endParaRPr sz="1000">
              <a:solidFill>
                <a:schemeClr val="dk1"/>
              </a:solidFill>
              <a:latin typeface="Arial"/>
              <a:ea typeface="Arial"/>
              <a:cs typeface="Arial"/>
              <a:sym typeface="Arial"/>
            </a:endParaRPr>
          </a:p>
        </p:txBody>
      </p:sp>
      <p:sp>
        <p:nvSpPr>
          <p:cNvPr id="231" name="Google Shape;231;p5"/>
          <p:cNvSpPr/>
          <p:nvPr/>
        </p:nvSpPr>
        <p:spPr>
          <a:xfrm>
            <a:off x="9435280" y="4774700"/>
            <a:ext cx="2167814" cy="548640"/>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None/>
            </a:pPr>
            <a:r>
              <a:rPr b="1" lang="en-US" sz="1250">
                <a:solidFill>
                  <a:schemeClr val="dk1"/>
                </a:solidFill>
                <a:latin typeface="Arial"/>
                <a:ea typeface="Arial"/>
                <a:cs typeface="Arial"/>
                <a:sym typeface="Arial"/>
              </a:rPr>
              <a:t>Bộ phân loại ý định cục bộ</a:t>
            </a:r>
            <a:endParaRPr b="1" sz="1250">
              <a:solidFill>
                <a:schemeClr val="dk1"/>
              </a:solidFill>
              <a:latin typeface="Arial"/>
              <a:ea typeface="Arial"/>
              <a:cs typeface="Arial"/>
              <a:sym typeface="Arial"/>
            </a:endParaRPr>
          </a:p>
        </p:txBody>
      </p:sp>
      <p:sp>
        <p:nvSpPr>
          <p:cNvPr id="232" name="Google Shape;232;p5"/>
          <p:cNvSpPr/>
          <p:nvPr/>
        </p:nvSpPr>
        <p:spPr>
          <a:xfrm>
            <a:off x="9452625" y="5326483"/>
            <a:ext cx="2167814" cy="59436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None/>
            </a:pPr>
            <a:r>
              <a:rPr lang="en-US" sz="1000">
                <a:solidFill>
                  <a:schemeClr val="dk1"/>
                </a:solidFill>
                <a:latin typeface="Arial"/>
                <a:ea typeface="Arial"/>
                <a:cs typeface="Arial"/>
                <a:sym typeface="Arial"/>
              </a:rPr>
              <a:t>Thay GPT router bằng SetFit — chạy hoàn toàn cục bộ</a:t>
            </a:r>
            <a:endParaRPr sz="1000">
              <a:solidFill>
                <a:schemeClr val="dk1"/>
              </a:solidFill>
              <a:latin typeface="Arial"/>
              <a:ea typeface="Arial"/>
              <a:cs typeface="Arial"/>
              <a:sym typeface="Arial"/>
            </a:endParaRPr>
          </a:p>
        </p:txBody>
      </p:sp>
      <p:sp>
        <p:nvSpPr>
          <p:cNvPr id="233" name="Google Shape;233;p5"/>
          <p:cNvSpPr/>
          <p:nvPr/>
        </p:nvSpPr>
        <p:spPr>
          <a:xfrm>
            <a:off x="9452625" y="4261755"/>
            <a:ext cx="457200" cy="457200"/>
          </a:xfrm>
          <a:prstGeom prst="ellipse">
            <a:avLst/>
          </a:prstGeom>
          <a:solidFill>
            <a:srgbClr val="146B8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pic>
        <p:nvPicPr>
          <p:cNvPr descr="preencoded.png" id="234" name="Google Shape;234;p5"/>
          <p:cNvPicPr preferRelativeResize="0"/>
          <p:nvPr/>
        </p:nvPicPr>
        <p:blipFill rotWithShape="1">
          <a:blip r:embed="rId8">
            <a:alphaModFix/>
          </a:blip>
          <a:srcRect b="0" l="0" r="0" t="0"/>
          <a:stretch/>
        </p:blipFill>
        <p:spPr>
          <a:xfrm>
            <a:off x="9576069" y="4385199"/>
            <a:ext cx="210312" cy="210312"/>
          </a:xfrm>
          <a:prstGeom prst="rect">
            <a:avLst/>
          </a:prstGeom>
          <a:noFill/>
          <a:ln>
            <a:noFill/>
          </a:ln>
        </p:spPr>
      </p:pic>
      <p:sp>
        <p:nvSpPr>
          <p:cNvPr id="235" name="Google Shape;235;p5"/>
          <p:cNvSpPr txBox="1"/>
          <p:nvPr/>
        </p:nvSpPr>
        <p:spPr>
          <a:xfrm>
            <a:off x="11684000" y="6540500"/>
            <a:ext cx="381000" cy="190500"/>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lang="en-US" sz="1000">
                <a:solidFill>
                  <a:srgbClr val="505050"/>
                </a:solidFill>
                <a:latin typeface="Arial"/>
                <a:ea typeface="Arial"/>
                <a:cs typeface="Arial"/>
                <a:sym typeface="Arial"/>
              </a:rPr>
              <a:t>5</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0" name="Shape 240"/>
        <p:cNvGrpSpPr/>
        <p:nvPr/>
      </p:nvGrpSpPr>
      <p:grpSpPr>
        <a:xfrm>
          <a:off x="0" y="0"/>
          <a:ext cx="0" cy="0"/>
          <a:chOff x="0" y="0"/>
          <a:chExt cx="0" cy="0"/>
        </a:xfrm>
      </p:grpSpPr>
      <p:sp>
        <p:nvSpPr>
          <p:cNvPr id="241" name="Google Shape;241;p6"/>
          <p:cNvSpPr txBox="1"/>
          <p:nvPr/>
        </p:nvSpPr>
        <p:spPr>
          <a:xfrm>
            <a:off x="338760" y="112680"/>
            <a:ext cx="11514240" cy="435600"/>
          </a:xfrm>
          <a:prstGeom prst="rect">
            <a:avLst/>
          </a:prstGeom>
          <a:noFill/>
          <a:ln>
            <a:noFill/>
          </a:ln>
        </p:spPr>
        <p:txBody>
          <a:bodyPr anchorCtr="0" anchor="t" bIns="45000" lIns="90000" spcFirstLastPara="1" rIns="90000" wrap="square" tIns="45000">
            <a:noAutofit/>
          </a:bodyPr>
          <a:lstStyle/>
          <a:p>
            <a:pPr indent="0" lvl="0" marL="0" marR="0" rtl="0" algn="l">
              <a:spcBef>
                <a:spcPts val="0"/>
              </a:spcBef>
              <a:spcAft>
                <a:spcPts val="0"/>
              </a:spcAft>
              <a:buNone/>
            </a:pPr>
            <a:r>
              <a:rPr lang="en-US" sz="2800">
                <a:solidFill>
                  <a:schemeClr val="lt1"/>
                </a:solidFill>
                <a:latin typeface="Arial"/>
                <a:ea typeface="Arial"/>
                <a:cs typeface="Arial"/>
                <a:sym typeface="Arial"/>
              </a:rPr>
              <a:t>1. Giới thiệu và đặt vấn đề</a:t>
            </a:r>
            <a:endParaRPr b="0" sz="2800" strike="noStrike">
              <a:solidFill>
                <a:schemeClr val="lt1"/>
              </a:solidFill>
              <a:latin typeface="Arial"/>
              <a:ea typeface="Arial"/>
              <a:cs typeface="Arial"/>
              <a:sym typeface="Arial"/>
            </a:endParaRPr>
          </a:p>
        </p:txBody>
      </p:sp>
      <p:pic>
        <p:nvPicPr>
          <p:cNvPr id="242" name="Google Shape;242;p6"/>
          <p:cNvPicPr preferRelativeResize="0"/>
          <p:nvPr/>
        </p:nvPicPr>
        <p:blipFill rotWithShape="1">
          <a:blip r:embed="rId3">
            <a:alphaModFix/>
          </a:blip>
          <a:srcRect b="0" l="0" r="0" t="0"/>
          <a:stretch/>
        </p:blipFill>
        <p:spPr>
          <a:xfrm>
            <a:off x="169500" y="1240758"/>
            <a:ext cx="11853000" cy="2586849"/>
          </a:xfrm>
          <a:prstGeom prst="rect">
            <a:avLst/>
          </a:prstGeom>
          <a:noFill/>
          <a:ln>
            <a:noFill/>
          </a:ln>
        </p:spPr>
      </p:pic>
      <p:sp>
        <p:nvSpPr>
          <p:cNvPr id="243" name="Google Shape;243;p6"/>
          <p:cNvSpPr txBox="1"/>
          <p:nvPr/>
        </p:nvSpPr>
        <p:spPr>
          <a:xfrm>
            <a:off x="1144437" y="3827607"/>
            <a:ext cx="9523562" cy="307777"/>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1400">
                <a:solidFill>
                  <a:schemeClr val="dk1"/>
                </a:solidFill>
                <a:latin typeface="Arial"/>
                <a:ea typeface="Arial"/>
                <a:cs typeface="Arial"/>
                <a:sym typeface="Arial"/>
              </a:rPr>
              <a:t>Pipeline Baseline Router</a:t>
            </a:r>
            <a:endParaRPr/>
          </a:p>
        </p:txBody>
      </p:sp>
      <p:sp>
        <p:nvSpPr>
          <p:cNvPr id="244" name="Google Shape;244;p6"/>
          <p:cNvSpPr txBox="1"/>
          <p:nvPr/>
        </p:nvSpPr>
        <p:spPr>
          <a:xfrm>
            <a:off x="11684000" y="6540500"/>
            <a:ext cx="381000" cy="190500"/>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lang="en-US" sz="1000">
                <a:solidFill>
                  <a:srgbClr val="505050"/>
                </a:solidFill>
                <a:latin typeface="Arial"/>
                <a:ea typeface="Arial"/>
                <a:cs typeface="Arial"/>
                <a:sym typeface="Arial"/>
              </a:rPr>
              <a:t>6</a:t>
            </a:r>
            <a:endParaRPr/>
          </a:p>
        </p:txBody>
      </p:sp>
      <p:sp>
        <p:nvSpPr>
          <p:cNvPr id="245" name="Google Shape;245;p6"/>
          <p:cNvSpPr/>
          <p:nvPr/>
        </p:nvSpPr>
        <p:spPr>
          <a:xfrm>
            <a:off x="475020" y="4644280"/>
            <a:ext cx="10862400" cy="548700"/>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1E293B"/>
              </a:buClr>
              <a:buSzPts val="1400"/>
              <a:buFont typeface="Arial"/>
              <a:buNone/>
            </a:pPr>
            <a:r>
              <a:rPr lang="en-US" sz="1400">
                <a:solidFill>
                  <a:srgbClr val="1E293B"/>
                </a:solidFill>
                <a:latin typeface="Arial"/>
                <a:ea typeface="Arial"/>
                <a:cs typeface="Arial"/>
                <a:sym typeface="Arial"/>
              </a:rPr>
              <a:t>Đây là kiến trúc được chứng minh hiệu quả về học thuật: </a:t>
            </a:r>
            <a:r>
              <a:rPr b="1" lang="en-US" sz="1400">
                <a:solidFill>
                  <a:srgbClr val="1E293B"/>
                </a:solidFill>
                <a:latin typeface="Arial"/>
                <a:ea typeface="Arial"/>
                <a:cs typeface="Arial"/>
                <a:sym typeface="Arial"/>
              </a:rPr>
              <a:t>hybrid </a:t>
            </a:r>
            <a:r>
              <a:rPr b="1" lang="en-US">
                <a:solidFill>
                  <a:srgbClr val="1E293B"/>
                </a:solidFill>
              </a:rPr>
              <a:t>retrieval</a:t>
            </a:r>
            <a:r>
              <a:rPr b="1" lang="en-US" sz="1400">
                <a:solidFill>
                  <a:srgbClr val="1E293B"/>
                </a:solidFill>
                <a:latin typeface="Arial"/>
                <a:ea typeface="Arial"/>
                <a:cs typeface="Arial"/>
                <a:sym typeface="Arial"/>
              </a:rPr>
              <a:t> để tăng recall, cross-encoder để cải thiện thứ hạng, LLM để sinh câu trả lời tự nhiên.</a:t>
            </a:r>
            <a:endParaRPr sz="1400">
              <a:solidFill>
                <a:schemeClr val="dk1"/>
              </a:solidFill>
              <a:latin typeface="Arial"/>
              <a:ea typeface="Arial"/>
              <a:cs typeface="Arial"/>
              <a:sym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9" name="Shape 249"/>
        <p:cNvGrpSpPr/>
        <p:nvPr/>
      </p:nvGrpSpPr>
      <p:grpSpPr>
        <a:xfrm>
          <a:off x="0" y="0"/>
          <a:ext cx="0" cy="0"/>
          <a:chOff x="0" y="0"/>
          <a:chExt cx="0" cy="0"/>
        </a:xfrm>
      </p:grpSpPr>
      <p:sp>
        <p:nvSpPr>
          <p:cNvPr id="250" name="Google Shape;250;p8"/>
          <p:cNvSpPr txBox="1"/>
          <p:nvPr/>
        </p:nvSpPr>
        <p:spPr>
          <a:xfrm>
            <a:off x="338760" y="1073059"/>
            <a:ext cx="11514240" cy="4908600"/>
          </a:xfrm>
          <a:prstGeom prst="rect">
            <a:avLst/>
          </a:prstGeom>
          <a:noFill/>
          <a:ln>
            <a:noFill/>
          </a:ln>
        </p:spPr>
        <p:txBody>
          <a:bodyPr anchorCtr="0" anchor="t" bIns="45000" lIns="90000" spcFirstLastPara="1" rIns="90000" wrap="square" tIns="45000">
            <a:noAutofit/>
          </a:bodyPr>
          <a:lstStyle/>
          <a:p>
            <a:pPr indent="0" lvl="0" marL="0" marR="0" rtl="0" algn="l">
              <a:spcBef>
                <a:spcPts val="0"/>
              </a:spcBef>
              <a:spcAft>
                <a:spcPts val="0"/>
              </a:spcAft>
              <a:buNone/>
            </a:pPr>
            <a:r>
              <a:t/>
            </a:r>
            <a:endParaRPr b="0" sz="2800" strike="noStrike">
              <a:solidFill>
                <a:srgbClr val="000000"/>
              </a:solidFill>
              <a:latin typeface="Arial"/>
              <a:ea typeface="Arial"/>
              <a:cs typeface="Arial"/>
              <a:sym typeface="Arial"/>
            </a:endParaRPr>
          </a:p>
        </p:txBody>
      </p:sp>
      <p:sp>
        <p:nvSpPr>
          <p:cNvPr id="251" name="Google Shape;251;p8"/>
          <p:cNvSpPr txBox="1"/>
          <p:nvPr/>
        </p:nvSpPr>
        <p:spPr>
          <a:xfrm>
            <a:off x="338760" y="112680"/>
            <a:ext cx="11514240" cy="435600"/>
          </a:xfrm>
          <a:prstGeom prst="rect">
            <a:avLst/>
          </a:prstGeom>
          <a:noFill/>
          <a:ln>
            <a:noFill/>
          </a:ln>
        </p:spPr>
        <p:txBody>
          <a:bodyPr anchorCtr="0" anchor="t" bIns="45000" lIns="90000" spcFirstLastPara="1" rIns="90000" wrap="square" tIns="45000">
            <a:noAutofit/>
          </a:bodyPr>
          <a:lstStyle/>
          <a:p>
            <a:pPr indent="0" lvl="0" marL="0" marR="0" rtl="0" algn="l">
              <a:spcBef>
                <a:spcPts val="0"/>
              </a:spcBef>
              <a:spcAft>
                <a:spcPts val="0"/>
              </a:spcAft>
              <a:buNone/>
            </a:pPr>
            <a:r>
              <a:rPr lang="en-US" sz="2800">
                <a:solidFill>
                  <a:schemeClr val="lt1"/>
                </a:solidFill>
                <a:latin typeface="Arial"/>
                <a:ea typeface="Arial"/>
                <a:cs typeface="Arial"/>
                <a:sym typeface="Arial"/>
              </a:rPr>
              <a:t>2. Giải pháp hiện tại và hạn chế</a:t>
            </a:r>
            <a:endParaRPr b="0" sz="2800" strike="noStrike">
              <a:solidFill>
                <a:schemeClr val="lt1"/>
              </a:solidFill>
              <a:latin typeface="Arial"/>
              <a:ea typeface="Arial"/>
              <a:cs typeface="Arial"/>
              <a:sym typeface="Arial"/>
            </a:endParaRPr>
          </a:p>
        </p:txBody>
      </p:sp>
      <p:sp>
        <p:nvSpPr>
          <p:cNvPr id="252" name="Google Shape;252;p8"/>
          <p:cNvSpPr/>
          <p:nvPr/>
        </p:nvSpPr>
        <p:spPr>
          <a:xfrm>
            <a:off x="8089567" y="2268105"/>
            <a:ext cx="3642055"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550"/>
              <a:buFont typeface="Arial"/>
              <a:buNone/>
            </a:pPr>
            <a:r>
              <a:rPr b="1" lang="en-US" sz="1550">
                <a:solidFill>
                  <a:srgbClr val="FFFFFF"/>
                </a:solidFill>
                <a:latin typeface="Arial"/>
                <a:ea typeface="Arial"/>
                <a:cs typeface="Arial"/>
                <a:sym typeface="Arial"/>
              </a:rPr>
              <a:t>Bối cảnh dữ liệu</a:t>
            </a:r>
            <a:endParaRPr sz="1550">
              <a:solidFill>
                <a:schemeClr val="dk1"/>
              </a:solidFill>
              <a:latin typeface="Arial"/>
              <a:ea typeface="Arial"/>
              <a:cs typeface="Arial"/>
              <a:sym typeface="Arial"/>
            </a:endParaRPr>
          </a:p>
        </p:txBody>
      </p:sp>
      <p:sp>
        <p:nvSpPr>
          <p:cNvPr id="253" name="Google Shape;253;p8"/>
          <p:cNvSpPr/>
          <p:nvPr/>
        </p:nvSpPr>
        <p:spPr>
          <a:xfrm>
            <a:off x="399448" y="876341"/>
            <a:ext cx="11185855" cy="65836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0F2A43"/>
              </a:buClr>
              <a:buSzPts val="1800"/>
              <a:buFont typeface="Arial"/>
              <a:buNone/>
            </a:pPr>
            <a:r>
              <a:rPr b="1" lang="en-US" sz="1800">
                <a:solidFill>
                  <a:srgbClr val="0F2A43"/>
                </a:solidFill>
                <a:latin typeface="Arial"/>
                <a:ea typeface="Arial"/>
                <a:cs typeface="Arial"/>
                <a:sym typeface="Arial"/>
              </a:rPr>
              <a:t>Ba nút thắt xác định từ hệ thống nền tảng v1</a:t>
            </a:r>
            <a:endParaRPr sz="1800">
              <a:solidFill>
                <a:schemeClr val="dk1"/>
              </a:solidFill>
              <a:latin typeface="Arial"/>
              <a:ea typeface="Arial"/>
              <a:cs typeface="Arial"/>
              <a:sym typeface="Arial"/>
            </a:endParaRPr>
          </a:p>
        </p:txBody>
      </p:sp>
      <p:sp>
        <p:nvSpPr>
          <p:cNvPr id="254" name="Google Shape;254;p8"/>
          <p:cNvSpPr/>
          <p:nvPr/>
        </p:nvSpPr>
        <p:spPr>
          <a:xfrm>
            <a:off x="399448" y="1534709"/>
            <a:ext cx="3545738" cy="3840480"/>
          </a:xfrm>
          <a:prstGeom prst="roundRect">
            <a:avLst>
              <a:gd fmla="val 2063" name="adj"/>
            </a:avLst>
          </a:prstGeom>
          <a:solidFill>
            <a:schemeClr val="lt2"/>
          </a:solidFill>
          <a:ln>
            <a:noFill/>
          </a:ln>
          <a:effectLst>
            <a:outerShdw blurRad="88900" rotWithShape="0" algn="bl" dir="5400000" dist="25400">
              <a:srgbClr val="1B2A3A">
                <a:alpha val="10196"/>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55" name="Google Shape;255;p8"/>
          <p:cNvSpPr/>
          <p:nvPr/>
        </p:nvSpPr>
        <p:spPr>
          <a:xfrm>
            <a:off x="4323011" y="1534709"/>
            <a:ext cx="3545738" cy="3840480"/>
          </a:xfrm>
          <a:prstGeom prst="roundRect">
            <a:avLst>
              <a:gd fmla="val 2063" name="adj"/>
            </a:avLst>
          </a:prstGeom>
          <a:solidFill>
            <a:schemeClr val="lt2"/>
          </a:solidFill>
          <a:ln>
            <a:noFill/>
          </a:ln>
          <a:effectLst>
            <a:outerShdw blurRad="88900" rotWithShape="0" algn="bl" dir="5400000" dist="25400">
              <a:srgbClr val="1B2A3A">
                <a:alpha val="10196"/>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56" name="Google Shape;256;p8"/>
          <p:cNvSpPr/>
          <p:nvPr/>
        </p:nvSpPr>
        <p:spPr>
          <a:xfrm>
            <a:off x="8258821" y="1534709"/>
            <a:ext cx="3545700" cy="3840600"/>
          </a:xfrm>
          <a:prstGeom prst="roundRect">
            <a:avLst>
              <a:gd fmla="val 2063" name="adj"/>
            </a:avLst>
          </a:prstGeom>
          <a:solidFill>
            <a:schemeClr val="lt2"/>
          </a:solidFill>
          <a:ln>
            <a:noFill/>
          </a:ln>
          <a:effectLst>
            <a:outerShdw blurRad="88900" rotWithShape="0" algn="bl" dir="5400000" dist="25400">
              <a:srgbClr val="1B2A3A">
                <a:alpha val="10196"/>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57" name="Google Shape;257;p8"/>
          <p:cNvSpPr/>
          <p:nvPr/>
        </p:nvSpPr>
        <p:spPr>
          <a:xfrm>
            <a:off x="574922" y="1719465"/>
            <a:ext cx="548640" cy="548640"/>
          </a:xfrm>
          <a:prstGeom prst="ellipse">
            <a:avLst/>
          </a:prstGeom>
          <a:solidFill>
            <a:srgbClr val="C0392B"/>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pic>
        <p:nvPicPr>
          <p:cNvPr descr="preencoded.png" id="258" name="Google Shape;258;p8"/>
          <p:cNvPicPr preferRelativeResize="0"/>
          <p:nvPr/>
        </p:nvPicPr>
        <p:blipFill rotWithShape="1">
          <a:blip r:embed="rId3">
            <a:alphaModFix/>
          </a:blip>
          <a:srcRect b="0" l="0" r="0" t="0"/>
          <a:stretch/>
        </p:blipFill>
        <p:spPr>
          <a:xfrm>
            <a:off x="723055" y="1867598"/>
            <a:ext cx="252374" cy="252374"/>
          </a:xfrm>
          <a:prstGeom prst="rect">
            <a:avLst/>
          </a:prstGeom>
          <a:noFill/>
          <a:ln>
            <a:noFill/>
          </a:ln>
        </p:spPr>
      </p:pic>
      <p:sp>
        <p:nvSpPr>
          <p:cNvPr id="259" name="Google Shape;259;p8"/>
          <p:cNvSpPr/>
          <p:nvPr/>
        </p:nvSpPr>
        <p:spPr>
          <a:xfrm>
            <a:off x="574922" y="2416238"/>
            <a:ext cx="3033674" cy="50292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Clr>
                <a:srgbClr val="0F2A43"/>
              </a:buClr>
              <a:buSzPts val="1550"/>
              <a:buFont typeface="Arial"/>
              <a:buNone/>
            </a:pPr>
            <a:r>
              <a:rPr b="1" lang="en-US" sz="1550">
                <a:solidFill>
                  <a:srgbClr val="0F2A43"/>
                </a:solidFill>
              </a:rPr>
              <a:t>Embedding chưa tối ưu miền</a:t>
            </a:r>
            <a:endParaRPr sz="1550">
              <a:solidFill>
                <a:schemeClr val="dk1"/>
              </a:solidFill>
            </a:endParaRPr>
          </a:p>
          <a:p>
            <a:pPr indent="0" lvl="0" marL="0" marR="0" rtl="0" algn="l">
              <a:spcBef>
                <a:spcPts val="0"/>
              </a:spcBef>
              <a:spcAft>
                <a:spcPts val="0"/>
              </a:spcAft>
              <a:buClr>
                <a:srgbClr val="0F2A43"/>
              </a:buClr>
              <a:buSzPts val="1550"/>
              <a:buFont typeface="Arial"/>
              <a:buNone/>
            </a:pPr>
            <a:r>
              <a:t/>
            </a:r>
            <a:endParaRPr b="1" sz="1550">
              <a:solidFill>
                <a:srgbClr val="0F2A43"/>
              </a:solidFill>
            </a:endParaRPr>
          </a:p>
        </p:txBody>
      </p:sp>
      <p:sp>
        <p:nvSpPr>
          <p:cNvPr id="260" name="Google Shape;260;p8"/>
          <p:cNvSpPr/>
          <p:nvPr/>
        </p:nvSpPr>
        <p:spPr>
          <a:xfrm>
            <a:off x="574922" y="2772854"/>
            <a:ext cx="3033674"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4748B"/>
              </a:buClr>
              <a:buSzPts val="1100"/>
              <a:buFont typeface="Arial"/>
              <a:buNone/>
            </a:pPr>
            <a:r>
              <a:rPr i="1" lang="en-US" sz="1100">
                <a:solidFill>
                  <a:srgbClr val="64748B"/>
                </a:solidFill>
              </a:rPr>
              <a:t>Vietnamese_Embedding_v2</a:t>
            </a:r>
            <a:endParaRPr sz="1100">
              <a:solidFill>
                <a:schemeClr val="dk1"/>
              </a:solidFill>
            </a:endParaRPr>
          </a:p>
          <a:p>
            <a:pPr indent="0" lvl="0" marL="0" marR="0" rtl="0" algn="l">
              <a:spcBef>
                <a:spcPts val="0"/>
              </a:spcBef>
              <a:spcAft>
                <a:spcPts val="0"/>
              </a:spcAft>
              <a:buClr>
                <a:srgbClr val="64748B"/>
              </a:buClr>
              <a:buSzPts val="1100"/>
              <a:buFont typeface="Arial"/>
              <a:buNone/>
            </a:pPr>
            <a:r>
              <a:t/>
            </a:r>
            <a:endParaRPr i="1" sz="1100">
              <a:solidFill>
                <a:srgbClr val="64748B"/>
              </a:solidFill>
            </a:endParaRPr>
          </a:p>
        </p:txBody>
      </p:sp>
      <p:sp>
        <p:nvSpPr>
          <p:cNvPr id="261" name="Google Shape;261;p8"/>
          <p:cNvSpPr/>
          <p:nvPr/>
        </p:nvSpPr>
        <p:spPr>
          <a:xfrm>
            <a:off x="574922" y="3223954"/>
            <a:ext cx="3033674" cy="50292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rgbClr val="C0392B"/>
              </a:buClr>
              <a:buSzPts val="2600"/>
              <a:buFont typeface="Arial"/>
              <a:buNone/>
            </a:pPr>
            <a:r>
              <a:rPr b="1" lang="en-US" sz="2600">
                <a:solidFill>
                  <a:srgbClr val="C0392B"/>
                </a:solidFill>
              </a:rPr>
              <a:t>70.77%</a:t>
            </a:r>
            <a:endParaRPr sz="2600">
              <a:solidFill>
                <a:schemeClr val="dk1"/>
              </a:solidFill>
              <a:latin typeface="Arial"/>
              <a:ea typeface="Arial"/>
              <a:cs typeface="Arial"/>
              <a:sym typeface="Arial"/>
            </a:endParaRPr>
          </a:p>
        </p:txBody>
      </p:sp>
      <p:sp>
        <p:nvSpPr>
          <p:cNvPr id="262" name="Google Shape;262;p8"/>
          <p:cNvSpPr/>
          <p:nvPr/>
        </p:nvSpPr>
        <p:spPr>
          <a:xfrm>
            <a:off x="574922" y="3726874"/>
            <a:ext cx="3033674" cy="1280160"/>
          </a:xfrm>
          <a:prstGeom prst="rect">
            <a:avLst/>
          </a:prstGeom>
          <a:noFill/>
          <a:ln>
            <a:noFill/>
          </a:ln>
        </p:spPr>
        <p:txBody>
          <a:bodyPr anchorCtr="0" anchor="t" bIns="0" lIns="0" spcFirstLastPara="1" rIns="0" wrap="square" tIns="0">
            <a:noAutofit/>
          </a:bodyPr>
          <a:lstStyle/>
          <a:p>
            <a:pPr indent="0" lvl="0" marL="0" rtl="0" algn="l">
              <a:lnSpc>
                <a:spcPct val="125000"/>
              </a:lnSpc>
              <a:spcBef>
                <a:spcPts val="0"/>
              </a:spcBef>
              <a:spcAft>
                <a:spcPts val="0"/>
              </a:spcAft>
              <a:buClr>
                <a:schemeClr val="dk1"/>
              </a:buClr>
              <a:buFont typeface="Arial"/>
              <a:buNone/>
            </a:pPr>
            <a:r>
              <a:rPr lang="en-US" sz="1200">
                <a:solidFill>
                  <a:schemeClr val="dk1"/>
                </a:solidFill>
              </a:rPr>
              <a:t>Acc@1 base 1024d trên miền — cần nén xuống 512d mà không mất chất lượng</a:t>
            </a:r>
            <a:endParaRPr sz="1150">
              <a:solidFill>
                <a:schemeClr val="dk1"/>
              </a:solidFill>
              <a:latin typeface="Arial"/>
              <a:ea typeface="Arial"/>
              <a:cs typeface="Arial"/>
              <a:sym typeface="Arial"/>
            </a:endParaRPr>
          </a:p>
        </p:txBody>
      </p:sp>
      <p:sp>
        <p:nvSpPr>
          <p:cNvPr id="263" name="Google Shape;263;p8"/>
          <p:cNvSpPr/>
          <p:nvPr/>
        </p:nvSpPr>
        <p:spPr>
          <a:xfrm>
            <a:off x="4492745" y="1719465"/>
            <a:ext cx="548640" cy="548640"/>
          </a:xfrm>
          <a:prstGeom prst="ellipse">
            <a:avLst/>
          </a:prstGeom>
          <a:solidFill>
            <a:srgbClr val="C0392B"/>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64" name="Google Shape;264;p8"/>
          <p:cNvSpPr/>
          <p:nvPr/>
        </p:nvSpPr>
        <p:spPr>
          <a:xfrm>
            <a:off x="4492745" y="2416238"/>
            <a:ext cx="3033674" cy="50292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Clr>
                <a:srgbClr val="0F2A43"/>
              </a:buClr>
              <a:buSzPts val="1550"/>
              <a:buFont typeface="Arial"/>
              <a:buNone/>
            </a:pPr>
            <a:r>
              <a:rPr b="1" lang="en-US" sz="1550">
                <a:solidFill>
                  <a:srgbClr val="0F2A43"/>
                </a:solidFill>
              </a:rPr>
              <a:t>Reranker quá nặng</a:t>
            </a:r>
            <a:endParaRPr sz="1550">
              <a:solidFill>
                <a:schemeClr val="dk1"/>
              </a:solidFill>
              <a:latin typeface="Arial"/>
              <a:ea typeface="Arial"/>
              <a:cs typeface="Arial"/>
              <a:sym typeface="Arial"/>
            </a:endParaRPr>
          </a:p>
        </p:txBody>
      </p:sp>
      <p:sp>
        <p:nvSpPr>
          <p:cNvPr id="265" name="Google Shape;265;p8"/>
          <p:cNvSpPr/>
          <p:nvPr/>
        </p:nvSpPr>
        <p:spPr>
          <a:xfrm>
            <a:off x="4492745" y="2725305"/>
            <a:ext cx="3033674" cy="292608"/>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rgbClr val="64748B"/>
              </a:buClr>
              <a:buSzPts val="1100"/>
              <a:buFont typeface="Arial"/>
              <a:buNone/>
            </a:pPr>
            <a:r>
              <a:rPr i="1" lang="en-US" sz="1100">
                <a:solidFill>
                  <a:srgbClr val="64748B"/>
                </a:solidFill>
              </a:rPr>
              <a:t>BGE-reranker-v2-m3</a:t>
            </a:r>
            <a:endParaRPr sz="1100">
              <a:solidFill>
                <a:schemeClr val="dk1"/>
              </a:solidFill>
              <a:latin typeface="Arial"/>
              <a:ea typeface="Arial"/>
              <a:cs typeface="Arial"/>
              <a:sym typeface="Arial"/>
            </a:endParaRPr>
          </a:p>
        </p:txBody>
      </p:sp>
      <p:sp>
        <p:nvSpPr>
          <p:cNvPr id="266" name="Google Shape;266;p8"/>
          <p:cNvSpPr/>
          <p:nvPr/>
        </p:nvSpPr>
        <p:spPr>
          <a:xfrm>
            <a:off x="4492745" y="3223954"/>
            <a:ext cx="3033674" cy="50292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rgbClr val="C0392B"/>
              </a:buClr>
              <a:buSzPts val="2600"/>
              <a:buFont typeface="Arial"/>
              <a:buNone/>
            </a:pPr>
            <a:r>
              <a:rPr b="1" lang="en-US" sz="2600">
                <a:solidFill>
                  <a:srgbClr val="C0392B"/>
                </a:solidFill>
              </a:rPr>
              <a:t>23s/câu</a:t>
            </a:r>
            <a:endParaRPr sz="2600">
              <a:solidFill>
                <a:schemeClr val="dk1"/>
              </a:solidFill>
              <a:latin typeface="Arial"/>
              <a:ea typeface="Arial"/>
              <a:cs typeface="Arial"/>
              <a:sym typeface="Arial"/>
            </a:endParaRPr>
          </a:p>
        </p:txBody>
      </p:sp>
      <p:sp>
        <p:nvSpPr>
          <p:cNvPr id="267" name="Google Shape;267;p8"/>
          <p:cNvSpPr/>
          <p:nvPr/>
        </p:nvSpPr>
        <p:spPr>
          <a:xfrm>
            <a:off x="4492745" y="3726874"/>
            <a:ext cx="3033674" cy="1280160"/>
          </a:xfrm>
          <a:prstGeom prst="rect">
            <a:avLst/>
          </a:prstGeom>
          <a:noFill/>
          <a:ln>
            <a:noFill/>
          </a:ln>
        </p:spPr>
        <p:txBody>
          <a:bodyPr anchorCtr="0" anchor="t" bIns="0" lIns="0" spcFirstLastPara="1" rIns="0" wrap="square" tIns="0">
            <a:noAutofit/>
          </a:bodyPr>
          <a:lstStyle/>
          <a:p>
            <a:pPr indent="0" lvl="0" marL="0" rtl="0" algn="l">
              <a:lnSpc>
                <a:spcPct val="125000"/>
              </a:lnSpc>
              <a:spcBef>
                <a:spcPts val="0"/>
              </a:spcBef>
              <a:spcAft>
                <a:spcPts val="0"/>
              </a:spcAft>
              <a:buClr>
                <a:schemeClr val="dk1"/>
              </a:buClr>
              <a:buSzPts val="1150"/>
              <a:buFont typeface="Arial"/>
              <a:buNone/>
            </a:pPr>
            <a:r>
              <a:rPr lang="en-US" sz="1150">
                <a:solidFill>
                  <a:srgbClr val="1E293B"/>
                </a:solidFill>
              </a:rPr>
              <a:t>Chiếm 90% độ trễ pipeline – không thể triển khai khi không có GPU</a:t>
            </a:r>
            <a:endParaRPr sz="1200">
              <a:solidFill>
                <a:schemeClr val="dk1"/>
              </a:solidFill>
            </a:endParaRPr>
          </a:p>
          <a:p>
            <a:pPr indent="0" lvl="0" marL="0" marR="0" rtl="0" algn="l">
              <a:lnSpc>
                <a:spcPct val="125000"/>
              </a:lnSpc>
              <a:spcBef>
                <a:spcPts val="0"/>
              </a:spcBef>
              <a:spcAft>
                <a:spcPts val="0"/>
              </a:spcAft>
              <a:buClr>
                <a:srgbClr val="1E293B"/>
              </a:buClr>
              <a:buSzPts val="1150"/>
              <a:buFont typeface="Arial"/>
              <a:buNone/>
            </a:pPr>
            <a:r>
              <a:t/>
            </a:r>
            <a:endParaRPr sz="1150">
              <a:solidFill>
                <a:srgbClr val="1E293B"/>
              </a:solidFill>
            </a:endParaRPr>
          </a:p>
        </p:txBody>
      </p:sp>
      <p:sp>
        <p:nvSpPr>
          <p:cNvPr id="268" name="Google Shape;268;p8"/>
          <p:cNvSpPr/>
          <p:nvPr/>
        </p:nvSpPr>
        <p:spPr>
          <a:xfrm>
            <a:off x="8404820" y="1731396"/>
            <a:ext cx="548640" cy="548640"/>
          </a:xfrm>
          <a:prstGeom prst="ellipse">
            <a:avLst/>
          </a:prstGeom>
          <a:solidFill>
            <a:srgbClr val="C0392B"/>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pic>
        <p:nvPicPr>
          <p:cNvPr descr="preencoded.png" id="269" name="Google Shape;269;p8"/>
          <p:cNvPicPr preferRelativeResize="0"/>
          <p:nvPr/>
        </p:nvPicPr>
        <p:blipFill rotWithShape="1">
          <a:blip r:embed="rId4">
            <a:alphaModFix/>
          </a:blip>
          <a:srcRect b="0" l="0" r="0" t="0"/>
          <a:stretch/>
        </p:blipFill>
        <p:spPr>
          <a:xfrm>
            <a:off x="4638003" y="1880181"/>
            <a:ext cx="252374" cy="252374"/>
          </a:xfrm>
          <a:prstGeom prst="rect">
            <a:avLst/>
          </a:prstGeom>
          <a:noFill/>
          <a:ln>
            <a:noFill/>
          </a:ln>
        </p:spPr>
      </p:pic>
      <p:sp>
        <p:nvSpPr>
          <p:cNvPr id="270" name="Google Shape;270;p8"/>
          <p:cNvSpPr/>
          <p:nvPr/>
        </p:nvSpPr>
        <p:spPr>
          <a:xfrm>
            <a:off x="8404820" y="2366831"/>
            <a:ext cx="3033674" cy="50292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Clr>
                <a:srgbClr val="0F2A43"/>
              </a:buClr>
              <a:buSzPts val="1550"/>
              <a:buFont typeface="Arial"/>
              <a:buNone/>
            </a:pPr>
            <a:r>
              <a:rPr b="1" lang="en-US" sz="1550">
                <a:solidFill>
                  <a:srgbClr val="0F2A43"/>
                </a:solidFill>
              </a:rPr>
              <a:t>Định tuyến bằng LLM lớn</a:t>
            </a:r>
            <a:endParaRPr sz="1550">
              <a:solidFill>
                <a:schemeClr val="dk1"/>
              </a:solidFill>
            </a:endParaRPr>
          </a:p>
          <a:p>
            <a:pPr indent="0" lvl="0" marL="0" rtl="0" algn="l">
              <a:spcBef>
                <a:spcPts val="0"/>
              </a:spcBef>
              <a:spcAft>
                <a:spcPts val="0"/>
              </a:spcAft>
              <a:buClr>
                <a:srgbClr val="0F2A43"/>
              </a:buClr>
              <a:buSzPts val="1550"/>
              <a:buFont typeface="Arial"/>
              <a:buNone/>
            </a:pPr>
            <a:r>
              <a:t/>
            </a:r>
            <a:endParaRPr b="1" sz="1550">
              <a:solidFill>
                <a:srgbClr val="0F2A43"/>
              </a:solidFill>
            </a:endParaRPr>
          </a:p>
        </p:txBody>
      </p:sp>
      <p:sp>
        <p:nvSpPr>
          <p:cNvPr id="271" name="Google Shape;271;p8"/>
          <p:cNvSpPr/>
          <p:nvPr/>
        </p:nvSpPr>
        <p:spPr>
          <a:xfrm>
            <a:off x="8429041" y="2770519"/>
            <a:ext cx="3033674" cy="292608"/>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rgbClr val="64748B"/>
              </a:buClr>
              <a:buSzPts val="1100"/>
              <a:buFont typeface="Arial"/>
              <a:buNone/>
            </a:pPr>
            <a:r>
              <a:rPr i="1" lang="en-US" sz="1100">
                <a:solidFill>
                  <a:srgbClr val="64748B"/>
                </a:solidFill>
              </a:rPr>
              <a:t>GPT-4o-mini router</a:t>
            </a:r>
            <a:endParaRPr sz="1100">
              <a:solidFill>
                <a:schemeClr val="dk1"/>
              </a:solidFill>
            </a:endParaRPr>
          </a:p>
          <a:p>
            <a:pPr indent="0" lvl="0" marL="0" rtl="0" algn="l">
              <a:spcBef>
                <a:spcPts val="0"/>
              </a:spcBef>
              <a:spcAft>
                <a:spcPts val="0"/>
              </a:spcAft>
              <a:buClr>
                <a:srgbClr val="64748B"/>
              </a:buClr>
              <a:buSzPts val="1100"/>
              <a:buFont typeface="Arial"/>
              <a:buNone/>
            </a:pPr>
            <a:r>
              <a:t/>
            </a:r>
            <a:endParaRPr i="1" sz="1100">
              <a:solidFill>
                <a:srgbClr val="64748B"/>
              </a:solidFill>
            </a:endParaRPr>
          </a:p>
        </p:txBody>
      </p:sp>
      <p:sp>
        <p:nvSpPr>
          <p:cNvPr id="272" name="Google Shape;272;p8"/>
          <p:cNvSpPr/>
          <p:nvPr/>
        </p:nvSpPr>
        <p:spPr>
          <a:xfrm>
            <a:off x="8429041" y="3217609"/>
            <a:ext cx="3033674"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0392B"/>
              </a:buClr>
              <a:buSzPts val="2600"/>
              <a:buFont typeface="Arial"/>
              <a:buNone/>
            </a:pPr>
            <a:r>
              <a:rPr b="1" lang="en-US" sz="2600">
                <a:solidFill>
                  <a:srgbClr val="C0392B"/>
                </a:solidFill>
              </a:rPr>
              <a:t>743 ms </a:t>
            </a:r>
            <a:endParaRPr sz="2600">
              <a:solidFill>
                <a:schemeClr val="dk1"/>
              </a:solidFill>
              <a:latin typeface="Arial"/>
              <a:ea typeface="Arial"/>
              <a:cs typeface="Arial"/>
              <a:sym typeface="Arial"/>
            </a:endParaRPr>
          </a:p>
        </p:txBody>
      </p:sp>
      <p:sp>
        <p:nvSpPr>
          <p:cNvPr id="273" name="Google Shape;273;p8"/>
          <p:cNvSpPr/>
          <p:nvPr/>
        </p:nvSpPr>
        <p:spPr>
          <a:xfrm>
            <a:off x="8429041" y="3701101"/>
            <a:ext cx="3033674" cy="1280160"/>
          </a:xfrm>
          <a:prstGeom prst="rect">
            <a:avLst/>
          </a:prstGeom>
          <a:noFill/>
          <a:ln>
            <a:noFill/>
          </a:ln>
        </p:spPr>
        <p:txBody>
          <a:bodyPr anchorCtr="0" anchor="t" bIns="0" lIns="0" spcFirstLastPara="1" rIns="0" wrap="square" tIns="0">
            <a:noAutofit/>
          </a:bodyPr>
          <a:lstStyle/>
          <a:p>
            <a:pPr indent="0" lvl="0" marL="0" rtl="0" algn="l">
              <a:lnSpc>
                <a:spcPct val="125000"/>
              </a:lnSpc>
              <a:spcBef>
                <a:spcPts val="0"/>
              </a:spcBef>
              <a:spcAft>
                <a:spcPts val="0"/>
              </a:spcAft>
              <a:buClr>
                <a:srgbClr val="1E293B"/>
              </a:buClr>
              <a:buSzPts val="1150"/>
              <a:buFont typeface="Arial"/>
              <a:buNone/>
            </a:pPr>
            <a:r>
              <a:rPr lang="en-US" sz="1150">
                <a:solidFill>
                  <a:srgbClr val="1E293B"/>
                </a:solidFill>
              </a:rPr>
              <a:t>thêm mỗi truy vấn, chỉ để phân biệt 2 lớp ý định</a:t>
            </a:r>
            <a:endParaRPr sz="1200">
              <a:solidFill>
                <a:schemeClr val="dk1"/>
              </a:solidFill>
            </a:endParaRPr>
          </a:p>
        </p:txBody>
      </p:sp>
      <p:sp>
        <p:nvSpPr>
          <p:cNvPr id="274" name="Google Shape;274;p8"/>
          <p:cNvSpPr txBox="1"/>
          <p:nvPr/>
        </p:nvSpPr>
        <p:spPr>
          <a:xfrm>
            <a:off x="11684000" y="6540500"/>
            <a:ext cx="381000" cy="190500"/>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lang="en-US" sz="1000">
                <a:solidFill>
                  <a:srgbClr val="505050"/>
                </a:solidFill>
                <a:latin typeface="Arial"/>
                <a:ea typeface="Arial"/>
                <a:cs typeface="Arial"/>
                <a:sym typeface="Arial"/>
              </a:rPr>
              <a:t>9</a:t>
            </a:r>
            <a:endParaRPr/>
          </a:p>
        </p:txBody>
      </p:sp>
      <p:pic>
        <p:nvPicPr>
          <p:cNvPr descr="preencoded.png" id="275" name="Google Shape;275;p8"/>
          <p:cNvPicPr preferRelativeResize="0"/>
          <p:nvPr/>
        </p:nvPicPr>
        <p:blipFill rotWithShape="1">
          <a:blip r:embed="rId5">
            <a:alphaModFix/>
          </a:blip>
          <a:srcRect b="0" l="0" r="0" t="0"/>
          <a:stretch/>
        </p:blipFill>
        <p:spPr>
          <a:xfrm>
            <a:off x="8558703" y="1880181"/>
            <a:ext cx="252374" cy="252374"/>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0" name="Shape 280"/>
        <p:cNvGrpSpPr/>
        <p:nvPr/>
      </p:nvGrpSpPr>
      <p:grpSpPr>
        <a:xfrm>
          <a:off x="0" y="0"/>
          <a:ext cx="0" cy="0"/>
          <a:chOff x="0" y="0"/>
          <a:chExt cx="0" cy="0"/>
        </a:xfrm>
      </p:grpSpPr>
      <p:sp>
        <p:nvSpPr>
          <p:cNvPr id="281" name="Google Shape;281;p9"/>
          <p:cNvSpPr txBox="1"/>
          <p:nvPr/>
        </p:nvSpPr>
        <p:spPr>
          <a:xfrm>
            <a:off x="338760" y="112680"/>
            <a:ext cx="11514240" cy="435600"/>
          </a:xfrm>
          <a:prstGeom prst="rect">
            <a:avLst/>
          </a:prstGeom>
          <a:noFill/>
          <a:ln>
            <a:noFill/>
          </a:ln>
        </p:spPr>
        <p:txBody>
          <a:bodyPr anchorCtr="0" anchor="t" bIns="45000" lIns="90000" spcFirstLastPara="1" rIns="90000" wrap="square" tIns="45000">
            <a:noAutofit/>
          </a:bodyPr>
          <a:lstStyle/>
          <a:p>
            <a:pPr indent="0" lvl="0" marL="0" marR="0" rtl="0" algn="l">
              <a:spcBef>
                <a:spcPts val="0"/>
              </a:spcBef>
              <a:spcAft>
                <a:spcPts val="0"/>
              </a:spcAft>
              <a:buNone/>
            </a:pPr>
            <a:r>
              <a:rPr lang="en-US" sz="2800">
                <a:solidFill>
                  <a:schemeClr val="lt1"/>
                </a:solidFill>
                <a:latin typeface="Arial"/>
                <a:ea typeface="Arial"/>
                <a:cs typeface="Arial"/>
                <a:sym typeface="Arial"/>
              </a:rPr>
              <a:t>2. Giải pháp hiện tại và hạn chế</a:t>
            </a:r>
            <a:endParaRPr b="0" sz="2800" strike="noStrike">
              <a:solidFill>
                <a:schemeClr val="lt1"/>
              </a:solidFill>
              <a:latin typeface="Arial"/>
              <a:ea typeface="Arial"/>
              <a:cs typeface="Arial"/>
              <a:sym typeface="Arial"/>
            </a:endParaRPr>
          </a:p>
        </p:txBody>
      </p:sp>
      <p:sp>
        <p:nvSpPr>
          <p:cNvPr id="282" name="Google Shape;282;p9"/>
          <p:cNvSpPr/>
          <p:nvPr/>
        </p:nvSpPr>
        <p:spPr>
          <a:xfrm>
            <a:off x="399448" y="876341"/>
            <a:ext cx="11185855" cy="65836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0F2A43"/>
              </a:buClr>
              <a:buSzPts val="1800"/>
              <a:buFont typeface="Arial"/>
              <a:buNone/>
            </a:pPr>
            <a:r>
              <a:rPr b="1" lang="en-US" sz="1800">
                <a:solidFill>
                  <a:srgbClr val="0F2A43"/>
                </a:solidFill>
                <a:latin typeface="Arial"/>
                <a:ea typeface="Arial"/>
                <a:cs typeface="Arial"/>
                <a:sym typeface="Arial"/>
              </a:rPr>
              <a:t>Hệ thống v2: Mỗi thay đổi giải quyết một nút thắt đã đo lường</a:t>
            </a:r>
            <a:endParaRPr sz="1800">
              <a:solidFill>
                <a:schemeClr val="dk1"/>
              </a:solidFill>
              <a:latin typeface="Arial"/>
              <a:ea typeface="Arial"/>
              <a:cs typeface="Arial"/>
              <a:sym typeface="Arial"/>
            </a:endParaRPr>
          </a:p>
        </p:txBody>
      </p:sp>
      <p:graphicFrame>
        <p:nvGraphicFramePr>
          <p:cNvPr id="283" name="Google Shape;283;p9"/>
          <p:cNvGraphicFramePr/>
          <p:nvPr/>
        </p:nvGraphicFramePr>
        <p:xfrm>
          <a:off x="1020960" y="1485149"/>
          <a:ext cx="3000000" cy="3000000"/>
        </p:xfrm>
        <a:graphic>
          <a:graphicData uri="http://schemas.openxmlformats.org/drawingml/2006/table">
            <a:tbl>
              <a:tblPr>
                <a:noFill/>
                <a:tableStyleId>{3399F127-FB33-4B61-8594-DA9710AD7025}</a:tableStyleId>
              </a:tblPr>
              <a:tblGrid>
                <a:gridCol w="3246125"/>
                <a:gridCol w="3566150"/>
                <a:gridCol w="3337550"/>
              </a:tblGrid>
              <a:tr h="502925">
                <a:tc>
                  <a:txBody>
                    <a:bodyPr/>
                    <a:lstStyle/>
                    <a:p>
                      <a:pPr indent="0" lvl="0" marL="0" marR="0" rtl="0" algn="l">
                        <a:spcBef>
                          <a:spcPts val="0"/>
                        </a:spcBef>
                        <a:spcAft>
                          <a:spcPts val="0"/>
                        </a:spcAft>
                        <a:buClr>
                          <a:srgbClr val="FFFFFF"/>
                        </a:buClr>
                        <a:buSzPts val="1250"/>
                        <a:buFont typeface="Arial"/>
                        <a:buNone/>
                      </a:pPr>
                      <a:r>
                        <a:rPr b="1" lang="en-US" sz="1250" u="none" cap="none" strike="noStrike">
                          <a:solidFill>
                            <a:srgbClr val="FFFFFF"/>
                          </a:solidFill>
                          <a:latin typeface="Arial"/>
                          <a:ea typeface="Arial"/>
                          <a:cs typeface="Arial"/>
                          <a:sym typeface="Arial"/>
                        </a:rPr>
                        <a:t>Nút thắt v1</a:t>
                      </a:r>
                      <a:endParaRPr sz="1250" u="none" cap="none" strike="noStrike">
                        <a:latin typeface="Arial"/>
                        <a:ea typeface="Arial"/>
                        <a:cs typeface="Arial"/>
                        <a:sym typeface="Arial"/>
                      </a:endParaRPr>
                    </a:p>
                  </a:txBody>
                  <a:tcPr marT="45725" marB="45725" marR="91450" marL="91450" anchor="ctr">
                    <a:lnL cap="flat" cmpd="sng" w="9525">
                      <a:solidFill>
                        <a:srgbClr val="E2E8F0"/>
                      </a:solidFill>
                      <a:prstDash val="solid"/>
                      <a:round/>
                      <a:headEnd len="sm" w="sm" type="none"/>
                      <a:tailEnd len="sm" w="sm" type="none"/>
                    </a:lnL>
                    <a:lnR cap="flat" cmpd="sng" w="9525">
                      <a:solidFill>
                        <a:srgbClr val="E2E8F0"/>
                      </a:solidFill>
                      <a:prstDash val="solid"/>
                      <a:round/>
                      <a:headEnd len="sm" w="sm" type="none"/>
                      <a:tailEnd len="sm" w="sm" type="none"/>
                    </a:lnR>
                    <a:lnT cap="flat" cmpd="sng" w="9525">
                      <a:solidFill>
                        <a:srgbClr val="E2E8F0"/>
                      </a:solidFill>
                      <a:prstDash val="solid"/>
                      <a:round/>
                      <a:headEnd len="sm" w="sm" type="none"/>
                      <a:tailEnd len="sm" w="sm" type="none"/>
                    </a:lnT>
                    <a:lnB cap="flat" cmpd="sng" w="9525">
                      <a:solidFill>
                        <a:srgbClr val="E2E8F0"/>
                      </a:solidFill>
                      <a:prstDash val="solid"/>
                      <a:round/>
                      <a:headEnd len="sm" w="sm" type="none"/>
                      <a:tailEnd len="sm" w="sm" type="none"/>
                    </a:lnB>
                    <a:solidFill>
                      <a:srgbClr val="0F2A43"/>
                    </a:solidFill>
                  </a:tcPr>
                </a:tc>
                <a:tc>
                  <a:txBody>
                    <a:bodyPr/>
                    <a:lstStyle/>
                    <a:p>
                      <a:pPr indent="0" lvl="0" marL="0" marR="0" rtl="0" algn="l">
                        <a:spcBef>
                          <a:spcPts val="0"/>
                        </a:spcBef>
                        <a:spcAft>
                          <a:spcPts val="0"/>
                        </a:spcAft>
                        <a:buClr>
                          <a:srgbClr val="FFFFFF"/>
                        </a:buClr>
                        <a:buSzPts val="1250"/>
                        <a:buFont typeface="Arial"/>
                        <a:buNone/>
                      </a:pPr>
                      <a:r>
                        <a:rPr b="1" lang="en-US" sz="1250" u="none" cap="none" strike="noStrike">
                          <a:solidFill>
                            <a:srgbClr val="FFFFFF"/>
                          </a:solidFill>
                          <a:latin typeface="Arial"/>
                          <a:ea typeface="Arial"/>
                          <a:cs typeface="Arial"/>
                          <a:sym typeface="Arial"/>
                        </a:rPr>
                        <a:t>Giải pháp v2</a:t>
                      </a:r>
                      <a:endParaRPr sz="1250" u="none" cap="none" strike="noStrike">
                        <a:latin typeface="Arial"/>
                        <a:ea typeface="Arial"/>
                        <a:cs typeface="Arial"/>
                        <a:sym typeface="Arial"/>
                      </a:endParaRPr>
                    </a:p>
                  </a:txBody>
                  <a:tcPr marT="45725" marB="45725" marR="91450" marL="91450" anchor="ctr">
                    <a:lnL cap="flat" cmpd="sng" w="9525">
                      <a:solidFill>
                        <a:srgbClr val="E2E8F0"/>
                      </a:solidFill>
                      <a:prstDash val="solid"/>
                      <a:round/>
                      <a:headEnd len="sm" w="sm" type="none"/>
                      <a:tailEnd len="sm" w="sm" type="none"/>
                    </a:lnL>
                    <a:lnR cap="flat" cmpd="sng" w="9525">
                      <a:solidFill>
                        <a:srgbClr val="E2E8F0"/>
                      </a:solidFill>
                      <a:prstDash val="solid"/>
                      <a:round/>
                      <a:headEnd len="sm" w="sm" type="none"/>
                      <a:tailEnd len="sm" w="sm" type="none"/>
                    </a:lnR>
                    <a:lnT cap="flat" cmpd="sng" w="9525">
                      <a:solidFill>
                        <a:srgbClr val="E2E8F0"/>
                      </a:solidFill>
                      <a:prstDash val="solid"/>
                      <a:round/>
                      <a:headEnd len="sm" w="sm" type="none"/>
                      <a:tailEnd len="sm" w="sm" type="none"/>
                    </a:lnT>
                    <a:lnB cap="flat" cmpd="sng" w="9525">
                      <a:solidFill>
                        <a:srgbClr val="E2E8F0"/>
                      </a:solidFill>
                      <a:prstDash val="solid"/>
                      <a:round/>
                      <a:headEnd len="sm" w="sm" type="none"/>
                      <a:tailEnd len="sm" w="sm" type="none"/>
                    </a:lnB>
                    <a:solidFill>
                      <a:srgbClr val="0F2A43"/>
                    </a:solidFill>
                  </a:tcPr>
                </a:tc>
                <a:tc>
                  <a:txBody>
                    <a:bodyPr/>
                    <a:lstStyle/>
                    <a:p>
                      <a:pPr indent="0" lvl="0" marL="0" marR="0" rtl="0" algn="l">
                        <a:spcBef>
                          <a:spcPts val="0"/>
                        </a:spcBef>
                        <a:spcAft>
                          <a:spcPts val="0"/>
                        </a:spcAft>
                        <a:buClr>
                          <a:srgbClr val="FFFFFF"/>
                        </a:buClr>
                        <a:buSzPts val="1250"/>
                        <a:buFont typeface="Arial"/>
                        <a:buNone/>
                      </a:pPr>
                      <a:r>
                        <a:rPr b="1" lang="en-US" sz="1250" u="none" cap="none" strike="noStrike">
                          <a:solidFill>
                            <a:srgbClr val="FFFFFF"/>
                          </a:solidFill>
                          <a:latin typeface="Arial"/>
                          <a:ea typeface="Arial"/>
                          <a:cs typeface="Arial"/>
                          <a:sym typeface="Arial"/>
                        </a:rPr>
                        <a:t>Mục tiêu thiết kế</a:t>
                      </a:r>
                      <a:endParaRPr sz="1250" u="none" cap="none" strike="noStrike">
                        <a:latin typeface="Arial"/>
                        <a:ea typeface="Arial"/>
                        <a:cs typeface="Arial"/>
                        <a:sym typeface="Arial"/>
                      </a:endParaRPr>
                    </a:p>
                  </a:txBody>
                  <a:tcPr marT="45725" marB="45725" marR="91450" marL="91450" anchor="ctr">
                    <a:lnL cap="flat" cmpd="sng" w="9525">
                      <a:solidFill>
                        <a:srgbClr val="E2E8F0"/>
                      </a:solidFill>
                      <a:prstDash val="solid"/>
                      <a:round/>
                      <a:headEnd len="sm" w="sm" type="none"/>
                      <a:tailEnd len="sm" w="sm" type="none"/>
                    </a:lnL>
                    <a:lnR cap="flat" cmpd="sng" w="9525">
                      <a:solidFill>
                        <a:srgbClr val="E2E8F0"/>
                      </a:solidFill>
                      <a:prstDash val="solid"/>
                      <a:round/>
                      <a:headEnd len="sm" w="sm" type="none"/>
                      <a:tailEnd len="sm" w="sm" type="none"/>
                    </a:lnR>
                    <a:lnT cap="flat" cmpd="sng" w="9525">
                      <a:solidFill>
                        <a:srgbClr val="E2E8F0"/>
                      </a:solidFill>
                      <a:prstDash val="solid"/>
                      <a:round/>
                      <a:headEnd len="sm" w="sm" type="none"/>
                      <a:tailEnd len="sm" w="sm" type="none"/>
                    </a:lnT>
                    <a:lnB cap="flat" cmpd="sng" w="9525">
                      <a:solidFill>
                        <a:srgbClr val="E2E8F0"/>
                      </a:solidFill>
                      <a:prstDash val="solid"/>
                      <a:round/>
                      <a:headEnd len="sm" w="sm" type="none"/>
                      <a:tailEnd len="sm" w="sm" type="none"/>
                    </a:lnB>
                    <a:solidFill>
                      <a:srgbClr val="0F2A43"/>
                    </a:solidFill>
                  </a:tcPr>
                </a:tc>
              </a:tr>
              <a:tr h="1051550">
                <a:tc>
                  <a:txBody>
                    <a:bodyPr/>
                    <a:lstStyle/>
                    <a:p>
                      <a:pPr indent="0" lvl="0" marL="0" marR="0" rtl="0" algn="l">
                        <a:spcBef>
                          <a:spcPts val="0"/>
                        </a:spcBef>
                        <a:spcAft>
                          <a:spcPts val="0"/>
                        </a:spcAft>
                        <a:buClr>
                          <a:schemeClr val="dk1"/>
                        </a:buClr>
                        <a:buSzPts val="1200"/>
                        <a:buFont typeface="Arial"/>
                        <a:buNone/>
                      </a:pPr>
                      <a:r>
                        <a:rPr lang="en-US" sz="1200" u="none" cap="none" strike="noStrike"/>
                        <a:t>Vector 1024d tốn chi phí index và truy hồi; cắt thô xuống 512d làm giảm chất lượng</a:t>
                      </a:r>
                      <a:endParaRPr sz="1150" u="none" cap="none" strike="noStrike">
                        <a:latin typeface="Arial"/>
                        <a:ea typeface="Arial"/>
                        <a:cs typeface="Arial"/>
                        <a:sym typeface="Arial"/>
                      </a:endParaRPr>
                    </a:p>
                  </a:txBody>
                  <a:tcPr marT="45725" marB="45725" marR="91450" marL="91450" anchor="ctr">
                    <a:lnL cap="flat" cmpd="sng" w="9525">
                      <a:solidFill>
                        <a:srgbClr val="E2E8F0"/>
                      </a:solidFill>
                      <a:prstDash val="solid"/>
                      <a:round/>
                      <a:headEnd len="sm" w="sm" type="none"/>
                      <a:tailEnd len="sm" w="sm" type="none"/>
                    </a:lnL>
                    <a:lnR cap="flat" cmpd="sng" w="9525">
                      <a:solidFill>
                        <a:srgbClr val="E2E8F0"/>
                      </a:solidFill>
                      <a:prstDash val="solid"/>
                      <a:round/>
                      <a:headEnd len="sm" w="sm" type="none"/>
                      <a:tailEnd len="sm" w="sm" type="none"/>
                    </a:lnR>
                    <a:lnT cap="flat" cmpd="sng" w="9525">
                      <a:solidFill>
                        <a:srgbClr val="E2E8F0"/>
                      </a:solidFill>
                      <a:prstDash val="solid"/>
                      <a:round/>
                      <a:headEnd len="sm" w="sm" type="none"/>
                      <a:tailEnd len="sm" w="sm" type="none"/>
                    </a:lnT>
                    <a:lnB cap="flat" cmpd="sng" w="9525">
                      <a:solidFill>
                        <a:srgbClr val="E2E8F0"/>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chemeClr val="dk1"/>
                        </a:buClr>
                        <a:buSzPts val="1200"/>
                        <a:buFont typeface="Arial"/>
                        <a:buNone/>
                      </a:pPr>
                      <a:r>
                        <a:rPr b="1" lang="en-US" sz="1200" u="none" cap="none" strike="noStrike">
                          <a:solidFill>
                            <a:schemeClr val="dk1"/>
                          </a:solidFill>
                        </a:rPr>
                        <a:t>Tinh chỉnh với các cặp query–positive miền với MNRL + Matryoshka (MRL)</a:t>
                      </a:r>
                      <a:endParaRPr b="1" sz="1150" u="none" cap="none" strike="noStrike">
                        <a:solidFill>
                          <a:schemeClr val="dk1"/>
                        </a:solidFill>
                        <a:latin typeface="Arial"/>
                        <a:ea typeface="Arial"/>
                        <a:cs typeface="Arial"/>
                        <a:sym typeface="Arial"/>
                      </a:endParaRPr>
                    </a:p>
                  </a:txBody>
                  <a:tcPr marT="45725" marB="45725" marR="91450" marL="91450" anchor="ctr">
                    <a:lnL cap="flat" cmpd="sng" w="9525">
                      <a:solidFill>
                        <a:srgbClr val="E2E8F0"/>
                      </a:solidFill>
                      <a:prstDash val="solid"/>
                      <a:round/>
                      <a:headEnd len="sm" w="sm" type="none"/>
                      <a:tailEnd len="sm" w="sm" type="none"/>
                    </a:lnL>
                    <a:lnR cap="flat" cmpd="sng" w="9525">
                      <a:solidFill>
                        <a:srgbClr val="E2E8F0"/>
                      </a:solidFill>
                      <a:prstDash val="solid"/>
                      <a:round/>
                      <a:headEnd len="sm" w="sm" type="none"/>
                      <a:tailEnd len="sm" w="sm" type="none"/>
                    </a:lnR>
                    <a:lnT cap="flat" cmpd="sng" w="9525">
                      <a:solidFill>
                        <a:srgbClr val="E2E8F0"/>
                      </a:solidFill>
                      <a:prstDash val="solid"/>
                      <a:round/>
                      <a:headEnd len="sm" w="sm" type="none"/>
                      <a:tailEnd len="sm" w="sm" type="none"/>
                    </a:lnT>
                    <a:lnB cap="flat" cmpd="sng" w="9525">
                      <a:solidFill>
                        <a:srgbClr val="E2E8F0"/>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chemeClr val="dk1"/>
                        </a:buClr>
                        <a:buSzPts val="1200"/>
                        <a:buFont typeface="Arial"/>
                        <a:buNone/>
                      </a:pPr>
                      <a:r>
                        <a:rPr lang="en-US" sz="1200" u="none" cap="none" strike="noStrike">
                          <a:latin typeface="Arial"/>
                          <a:ea typeface="Arial"/>
                          <a:cs typeface="Arial"/>
                          <a:sym typeface="Arial"/>
                        </a:rPr>
                        <a:t>Cải thiện chất lượng truy hồi, giảm kích thước vector/index khi triển khai 512 chiều</a:t>
                      </a:r>
                      <a:endParaRPr sz="1150" u="none" cap="none" strike="noStrike">
                        <a:latin typeface="Arial"/>
                        <a:ea typeface="Arial"/>
                        <a:cs typeface="Arial"/>
                        <a:sym typeface="Arial"/>
                      </a:endParaRPr>
                    </a:p>
                  </a:txBody>
                  <a:tcPr marT="45725" marB="45725" marR="91450" marL="91450" anchor="ctr">
                    <a:lnL cap="flat" cmpd="sng" w="9525">
                      <a:solidFill>
                        <a:srgbClr val="E2E8F0"/>
                      </a:solidFill>
                      <a:prstDash val="solid"/>
                      <a:round/>
                      <a:headEnd len="sm" w="sm" type="none"/>
                      <a:tailEnd len="sm" w="sm" type="none"/>
                    </a:lnL>
                    <a:lnR cap="flat" cmpd="sng" w="9525">
                      <a:solidFill>
                        <a:srgbClr val="E2E8F0"/>
                      </a:solidFill>
                      <a:prstDash val="solid"/>
                      <a:round/>
                      <a:headEnd len="sm" w="sm" type="none"/>
                      <a:tailEnd len="sm" w="sm" type="none"/>
                    </a:lnR>
                    <a:lnT cap="flat" cmpd="sng" w="9525">
                      <a:solidFill>
                        <a:srgbClr val="E2E8F0"/>
                      </a:solidFill>
                      <a:prstDash val="solid"/>
                      <a:round/>
                      <a:headEnd len="sm" w="sm" type="none"/>
                      <a:tailEnd len="sm" w="sm" type="none"/>
                    </a:lnT>
                    <a:lnB cap="flat" cmpd="sng" w="9525">
                      <a:solidFill>
                        <a:srgbClr val="E2E8F0"/>
                      </a:solidFill>
                      <a:prstDash val="solid"/>
                      <a:round/>
                      <a:headEnd len="sm" w="sm" type="none"/>
                      <a:tailEnd len="sm" w="sm" type="none"/>
                    </a:lnB>
                    <a:solidFill>
                      <a:srgbClr val="FFFFFF"/>
                    </a:solidFill>
                  </a:tcPr>
                </a:tc>
              </a:tr>
              <a:tr h="1051550">
                <a:tc>
                  <a:txBody>
                    <a:bodyPr/>
                    <a:lstStyle/>
                    <a:p>
                      <a:pPr indent="0" lvl="0" marL="0" marR="0" rtl="0" algn="l">
                        <a:spcBef>
                          <a:spcPts val="0"/>
                        </a:spcBef>
                        <a:spcAft>
                          <a:spcPts val="0"/>
                        </a:spcAft>
                        <a:buClr>
                          <a:schemeClr val="dk1"/>
                        </a:buClr>
                        <a:buSzPts val="1200"/>
                        <a:buFont typeface="Arial"/>
                        <a:buNone/>
                      </a:pPr>
                      <a:r>
                        <a:rPr lang="en-US" sz="1200" u="none" cap="none" strike="noStrike"/>
                        <a:t>BGE-reranker-v2-m3 — 23 giây/câu trên CPU, yêu cầu GPU để triển khai</a:t>
                      </a:r>
                      <a:endParaRPr sz="1150" u="none" cap="none" strike="noStrike">
                        <a:solidFill>
                          <a:schemeClr val="dk1"/>
                        </a:solidFill>
                        <a:latin typeface="Arial"/>
                        <a:ea typeface="Arial"/>
                        <a:cs typeface="Arial"/>
                        <a:sym typeface="Arial"/>
                      </a:endParaRPr>
                    </a:p>
                  </a:txBody>
                  <a:tcPr marT="45725" marB="45725" marR="91450" marL="91450" anchor="ctr">
                    <a:lnL cap="flat" cmpd="sng" w="9525">
                      <a:solidFill>
                        <a:srgbClr val="E2E8F0"/>
                      </a:solidFill>
                      <a:prstDash val="solid"/>
                      <a:round/>
                      <a:headEnd len="sm" w="sm" type="none"/>
                      <a:tailEnd len="sm" w="sm" type="none"/>
                    </a:lnL>
                    <a:lnR cap="flat" cmpd="sng" w="9525">
                      <a:solidFill>
                        <a:srgbClr val="E2E8F0"/>
                      </a:solidFill>
                      <a:prstDash val="solid"/>
                      <a:round/>
                      <a:headEnd len="sm" w="sm" type="none"/>
                      <a:tailEnd len="sm" w="sm" type="none"/>
                    </a:lnR>
                    <a:lnT cap="flat" cmpd="sng" w="9525">
                      <a:solidFill>
                        <a:srgbClr val="E2E8F0"/>
                      </a:solidFill>
                      <a:prstDash val="solid"/>
                      <a:round/>
                      <a:headEnd len="sm" w="sm" type="none"/>
                      <a:tailEnd len="sm" w="sm" type="none"/>
                    </a:lnT>
                    <a:lnB cap="flat" cmpd="sng" w="9525">
                      <a:solidFill>
                        <a:srgbClr val="E2E8F0"/>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chemeClr val="dk1"/>
                        </a:buClr>
                        <a:buSzPts val="1200"/>
                        <a:buFont typeface="Arial"/>
                        <a:buNone/>
                      </a:pPr>
                      <a:r>
                        <a:rPr b="1" lang="en-US" sz="1200" u="none" cap="none" strike="noStrike">
                          <a:latin typeface="Arial"/>
                          <a:ea typeface="Arial"/>
                          <a:cs typeface="Arial"/>
                          <a:sym typeface="Arial"/>
                        </a:rPr>
                        <a:t>Chưng cất teacher BGE sang các student nhỏ: mmarco 117M, pruned 35.6M, MiniLM 33M</a:t>
                      </a:r>
                      <a:endParaRPr b="1" sz="1150" u="none" cap="none" strike="noStrike">
                        <a:latin typeface="Arial"/>
                        <a:ea typeface="Arial"/>
                        <a:cs typeface="Arial"/>
                        <a:sym typeface="Arial"/>
                      </a:endParaRPr>
                    </a:p>
                  </a:txBody>
                  <a:tcPr marT="45725" marB="45725" marR="91450" marL="91450" anchor="ctr">
                    <a:lnL cap="flat" cmpd="sng" w="9525">
                      <a:solidFill>
                        <a:srgbClr val="E2E8F0"/>
                      </a:solidFill>
                      <a:prstDash val="solid"/>
                      <a:round/>
                      <a:headEnd len="sm" w="sm" type="none"/>
                      <a:tailEnd len="sm" w="sm" type="none"/>
                    </a:lnL>
                    <a:lnR cap="flat" cmpd="sng" w="9525">
                      <a:solidFill>
                        <a:srgbClr val="E2E8F0"/>
                      </a:solidFill>
                      <a:prstDash val="solid"/>
                      <a:round/>
                      <a:headEnd len="sm" w="sm" type="none"/>
                      <a:tailEnd len="sm" w="sm" type="none"/>
                    </a:lnR>
                    <a:lnT cap="flat" cmpd="sng" w="9525">
                      <a:solidFill>
                        <a:srgbClr val="E2E8F0"/>
                      </a:solidFill>
                      <a:prstDash val="solid"/>
                      <a:round/>
                      <a:headEnd len="sm" w="sm" type="none"/>
                      <a:tailEnd len="sm" w="sm" type="none"/>
                    </a:lnT>
                    <a:lnB cap="flat" cmpd="sng" w="9525">
                      <a:solidFill>
                        <a:srgbClr val="E2E8F0"/>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E293B"/>
                        </a:buClr>
                        <a:buSzPts val="1150"/>
                        <a:buFont typeface="Arial"/>
                        <a:buNone/>
                      </a:pPr>
                      <a:r>
                        <a:rPr lang="en-US" sz="1150" u="none" cap="none" strike="noStrike">
                          <a:solidFill>
                            <a:srgbClr val="1E293B"/>
                          </a:solidFill>
                          <a:latin typeface="Arial"/>
                          <a:ea typeface="Arial"/>
                          <a:cs typeface="Arial"/>
                          <a:sym typeface="Arial"/>
                        </a:rPr>
                        <a:t>Giữ MRR@10 gần teacher, giảm độ trễ và dung lượng triển khai</a:t>
                      </a:r>
                      <a:endParaRPr sz="1150" u="none" cap="none" strike="noStrike">
                        <a:latin typeface="Arial"/>
                        <a:ea typeface="Arial"/>
                        <a:cs typeface="Arial"/>
                        <a:sym typeface="Arial"/>
                      </a:endParaRPr>
                    </a:p>
                  </a:txBody>
                  <a:tcPr marT="45725" marB="45725" marR="91450" marL="91450" anchor="ctr">
                    <a:lnL cap="flat" cmpd="sng" w="9525">
                      <a:solidFill>
                        <a:srgbClr val="E2E8F0"/>
                      </a:solidFill>
                      <a:prstDash val="solid"/>
                      <a:round/>
                      <a:headEnd len="sm" w="sm" type="none"/>
                      <a:tailEnd len="sm" w="sm" type="none"/>
                    </a:lnL>
                    <a:lnR cap="flat" cmpd="sng" w="9525">
                      <a:solidFill>
                        <a:srgbClr val="E2E8F0"/>
                      </a:solidFill>
                      <a:prstDash val="solid"/>
                      <a:round/>
                      <a:headEnd len="sm" w="sm" type="none"/>
                      <a:tailEnd len="sm" w="sm" type="none"/>
                    </a:lnR>
                    <a:lnT cap="flat" cmpd="sng" w="9525">
                      <a:solidFill>
                        <a:srgbClr val="E2E8F0"/>
                      </a:solidFill>
                      <a:prstDash val="solid"/>
                      <a:round/>
                      <a:headEnd len="sm" w="sm" type="none"/>
                      <a:tailEnd len="sm" w="sm" type="none"/>
                    </a:lnT>
                    <a:lnB cap="flat" cmpd="sng" w="9525">
                      <a:solidFill>
                        <a:srgbClr val="E2E8F0"/>
                      </a:solidFill>
                      <a:prstDash val="solid"/>
                      <a:round/>
                      <a:headEnd len="sm" w="sm" type="none"/>
                      <a:tailEnd len="sm" w="sm" type="none"/>
                    </a:lnB>
                    <a:solidFill>
                      <a:srgbClr val="FFFFFF"/>
                    </a:solidFill>
                  </a:tcPr>
                </a:tc>
              </a:tr>
              <a:tr h="1051550">
                <a:tc>
                  <a:txBody>
                    <a:bodyPr/>
                    <a:lstStyle/>
                    <a:p>
                      <a:pPr indent="0" lvl="0" marL="0" marR="0" rtl="0" algn="l">
                        <a:spcBef>
                          <a:spcPts val="0"/>
                        </a:spcBef>
                        <a:spcAft>
                          <a:spcPts val="0"/>
                        </a:spcAft>
                        <a:buClr>
                          <a:schemeClr val="dk1"/>
                        </a:buClr>
                        <a:buSzPts val="1150"/>
                        <a:buFont typeface="Arial"/>
                        <a:buNone/>
                      </a:pPr>
                      <a:r>
                        <a:rPr lang="en-US" sz="1150" u="none" cap="none" strike="noStrike">
                          <a:solidFill>
                            <a:schemeClr val="dk1"/>
                          </a:solidFill>
                          <a:latin typeface="Arial"/>
                          <a:ea typeface="Arial"/>
                          <a:cs typeface="Arial"/>
                          <a:sym typeface="Arial"/>
                        </a:rPr>
                        <a:t>GPT router: độ trễ và chi phí API mỗi truy vấn</a:t>
                      </a:r>
                      <a:endParaRPr sz="1150" u="none" cap="none" strike="noStrike">
                        <a:solidFill>
                          <a:schemeClr val="dk1"/>
                        </a:solidFill>
                        <a:latin typeface="Arial"/>
                        <a:ea typeface="Arial"/>
                        <a:cs typeface="Arial"/>
                        <a:sym typeface="Arial"/>
                      </a:endParaRPr>
                    </a:p>
                  </a:txBody>
                  <a:tcPr marT="45725" marB="45725" marR="91450" marL="91450" anchor="ctr">
                    <a:lnL cap="flat" cmpd="sng" w="9525">
                      <a:solidFill>
                        <a:srgbClr val="E2E8F0"/>
                      </a:solidFill>
                      <a:prstDash val="solid"/>
                      <a:round/>
                      <a:headEnd len="sm" w="sm" type="none"/>
                      <a:tailEnd len="sm" w="sm" type="none"/>
                    </a:lnL>
                    <a:lnR cap="flat" cmpd="sng" w="9525">
                      <a:solidFill>
                        <a:srgbClr val="E2E8F0"/>
                      </a:solidFill>
                      <a:prstDash val="solid"/>
                      <a:round/>
                      <a:headEnd len="sm" w="sm" type="none"/>
                      <a:tailEnd len="sm" w="sm" type="none"/>
                    </a:lnR>
                    <a:lnT cap="flat" cmpd="sng" w="9525">
                      <a:solidFill>
                        <a:srgbClr val="E2E8F0"/>
                      </a:solidFill>
                      <a:prstDash val="solid"/>
                      <a:round/>
                      <a:headEnd len="sm" w="sm" type="none"/>
                      <a:tailEnd len="sm" w="sm" type="none"/>
                    </a:lnT>
                    <a:lnB cap="flat" cmpd="sng" w="9525">
                      <a:solidFill>
                        <a:srgbClr val="E2E8F0"/>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E293B"/>
                        </a:buClr>
                        <a:buSzPts val="1150"/>
                        <a:buFont typeface="Arial"/>
                        <a:buNone/>
                      </a:pPr>
                      <a:r>
                        <a:rPr b="1" lang="en-US" sz="1150" u="none" cap="none" strike="noStrike">
                          <a:solidFill>
                            <a:srgbClr val="1E293B"/>
                          </a:solidFill>
                          <a:latin typeface="Arial"/>
                          <a:ea typeface="Arial"/>
                          <a:cs typeface="Arial"/>
                          <a:sym typeface="Arial"/>
                        </a:rPr>
                        <a:t>Tinh chỉnh bộ phân loại ý định bằng SetFit / SBERT</a:t>
                      </a:r>
                      <a:endParaRPr sz="1150" u="none" cap="none" strike="noStrike">
                        <a:latin typeface="Arial"/>
                        <a:ea typeface="Arial"/>
                        <a:cs typeface="Arial"/>
                        <a:sym typeface="Arial"/>
                      </a:endParaRPr>
                    </a:p>
                  </a:txBody>
                  <a:tcPr marT="45725" marB="45725" marR="91450" marL="91450" anchor="ctr">
                    <a:lnL cap="flat" cmpd="sng" w="9525">
                      <a:solidFill>
                        <a:srgbClr val="E2E8F0"/>
                      </a:solidFill>
                      <a:prstDash val="solid"/>
                      <a:round/>
                      <a:headEnd len="sm" w="sm" type="none"/>
                      <a:tailEnd len="sm" w="sm" type="none"/>
                    </a:lnL>
                    <a:lnR cap="flat" cmpd="sng" w="9525">
                      <a:solidFill>
                        <a:srgbClr val="E2E8F0"/>
                      </a:solidFill>
                      <a:prstDash val="solid"/>
                      <a:round/>
                      <a:headEnd len="sm" w="sm" type="none"/>
                      <a:tailEnd len="sm" w="sm" type="none"/>
                    </a:lnR>
                    <a:lnT cap="flat" cmpd="sng" w="9525">
                      <a:solidFill>
                        <a:srgbClr val="E2E8F0"/>
                      </a:solidFill>
                      <a:prstDash val="solid"/>
                      <a:round/>
                      <a:headEnd len="sm" w="sm" type="none"/>
                      <a:tailEnd len="sm" w="sm" type="none"/>
                    </a:lnT>
                    <a:lnB cap="flat" cmpd="sng" w="9525">
                      <a:solidFill>
                        <a:srgbClr val="E2E8F0"/>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chemeClr val="dk1"/>
                        </a:buClr>
                        <a:buSzPts val="1150"/>
                        <a:buFont typeface="Arial"/>
                        <a:buNone/>
                      </a:pPr>
                      <a:r>
                        <a:rPr lang="en-US" sz="1150" u="none" cap="none" strike="noStrike">
                          <a:solidFill>
                            <a:schemeClr val="dk1"/>
                          </a:solidFill>
                          <a:latin typeface="Arial"/>
                          <a:ea typeface="Arial"/>
                          <a:cs typeface="Arial"/>
                          <a:sym typeface="Arial"/>
                        </a:rPr>
                        <a:t>Độ chính xác cao, độ trễ thấp, chạy hoàn toàn cục bộ</a:t>
                      </a:r>
                      <a:endParaRPr sz="1150" u="none" cap="none" strike="noStrike">
                        <a:solidFill>
                          <a:schemeClr val="dk1"/>
                        </a:solidFill>
                        <a:latin typeface="Arial"/>
                        <a:ea typeface="Arial"/>
                        <a:cs typeface="Arial"/>
                        <a:sym typeface="Arial"/>
                      </a:endParaRPr>
                    </a:p>
                  </a:txBody>
                  <a:tcPr marT="45725" marB="45725" marR="91450" marL="91450" anchor="ctr">
                    <a:lnL cap="flat" cmpd="sng" w="9525">
                      <a:solidFill>
                        <a:srgbClr val="E2E8F0"/>
                      </a:solidFill>
                      <a:prstDash val="solid"/>
                      <a:round/>
                      <a:headEnd len="sm" w="sm" type="none"/>
                      <a:tailEnd len="sm" w="sm" type="none"/>
                    </a:lnL>
                    <a:lnR cap="flat" cmpd="sng" w="9525">
                      <a:solidFill>
                        <a:srgbClr val="E2E8F0"/>
                      </a:solidFill>
                      <a:prstDash val="solid"/>
                      <a:round/>
                      <a:headEnd len="sm" w="sm" type="none"/>
                      <a:tailEnd len="sm" w="sm" type="none"/>
                    </a:lnR>
                    <a:lnT cap="flat" cmpd="sng" w="9525">
                      <a:solidFill>
                        <a:srgbClr val="E2E8F0"/>
                      </a:solidFill>
                      <a:prstDash val="solid"/>
                      <a:round/>
                      <a:headEnd len="sm" w="sm" type="none"/>
                      <a:tailEnd len="sm" w="sm" type="none"/>
                    </a:lnT>
                    <a:lnB cap="flat" cmpd="sng" w="9525">
                      <a:solidFill>
                        <a:srgbClr val="E2E8F0"/>
                      </a:solidFill>
                      <a:prstDash val="solid"/>
                      <a:round/>
                      <a:headEnd len="sm" w="sm" type="none"/>
                      <a:tailEnd len="sm" w="sm" type="none"/>
                    </a:lnB>
                    <a:solidFill>
                      <a:srgbClr val="FFFFFF"/>
                    </a:solidFill>
                  </a:tcPr>
                </a:tc>
              </a:tr>
            </a:tbl>
          </a:graphicData>
        </a:graphic>
      </p:graphicFrame>
      <p:sp>
        <p:nvSpPr>
          <p:cNvPr id="284" name="Google Shape;284;p9"/>
          <p:cNvSpPr txBox="1"/>
          <p:nvPr/>
        </p:nvSpPr>
        <p:spPr>
          <a:xfrm>
            <a:off x="11684000" y="6540500"/>
            <a:ext cx="381000" cy="190500"/>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lang="en-US" sz="1000">
                <a:solidFill>
                  <a:srgbClr val="505050"/>
                </a:solidFill>
                <a:latin typeface="Arial"/>
                <a:ea typeface="Arial"/>
                <a:cs typeface="Arial"/>
                <a:sym typeface="Arial"/>
              </a:rPr>
              <a:t>10</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8" name="Shape 288"/>
        <p:cNvGrpSpPr/>
        <p:nvPr/>
      </p:nvGrpSpPr>
      <p:grpSpPr>
        <a:xfrm>
          <a:off x="0" y="0"/>
          <a:ext cx="0" cy="0"/>
          <a:chOff x="0" y="0"/>
          <a:chExt cx="0" cy="0"/>
        </a:xfrm>
      </p:grpSpPr>
      <p:sp>
        <p:nvSpPr>
          <p:cNvPr id="289" name="Google Shape;289;p10"/>
          <p:cNvSpPr txBox="1"/>
          <p:nvPr/>
        </p:nvSpPr>
        <p:spPr>
          <a:xfrm>
            <a:off x="338760" y="112680"/>
            <a:ext cx="11514240" cy="435600"/>
          </a:xfrm>
          <a:prstGeom prst="rect">
            <a:avLst/>
          </a:prstGeom>
          <a:noFill/>
          <a:ln>
            <a:noFill/>
          </a:ln>
        </p:spPr>
        <p:txBody>
          <a:bodyPr anchorCtr="0" anchor="t" bIns="45000" lIns="90000" spcFirstLastPara="1" rIns="90000" wrap="square" tIns="45000">
            <a:noAutofit/>
          </a:bodyPr>
          <a:lstStyle/>
          <a:p>
            <a:pPr indent="0" lvl="0" marL="0" marR="0" rtl="0" algn="l">
              <a:spcBef>
                <a:spcPts val="0"/>
              </a:spcBef>
              <a:spcAft>
                <a:spcPts val="0"/>
              </a:spcAft>
              <a:buNone/>
            </a:pPr>
            <a:r>
              <a:rPr lang="en-US" sz="2800">
                <a:solidFill>
                  <a:schemeClr val="lt1"/>
                </a:solidFill>
                <a:latin typeface="Arial"/>
                <a:ea typeface="Arial"/>
                <a:cs typeface="Arial"/>
                <a:sym typeface="Arial"/>
              </a:rPr>
              <a:t>3. Giải pháp đề xuất</a:t>
            </a:r>
            <a:endParaRPr b="0" sz="2800" strike="noStrike">
              <a:solidFill>
                <a:schemeClr val="lt1"/>
              </a:solidFill>
              <a:latin typeface="Arial"/>
              <a:ea typeface="Arial"/>
              <a:cs typeface="Arial"/>
              <a:sym typeface="Arial"/>
            </a:endParaRPr>
          </a:p>
        </p:txBody>
      </p:sp>
      <p:sp>
        <p:nvSpPr>
          <p:cNvPr id="290" name="Google Shape;290;p10"/>
          <p:cNvSpPr txBox="1"/>
          <p:nvPr/>
        </p:nvSpPr>
        <p:spPr>
          <a:xfrm>
            <a:off x="3303797" y="6032508"/>
            <a:ext cx="5584166" cy="307777"/>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1400">
                <a:solidFill>
                  <a:schemeClr val="dk1"/>
                </a:solidFill>
                <a:latin typeface="Arial"/>
                <a:ea typeface="Arial"/>
                <a:cs typeface="Arial"/>
                <a:sym typeface="Arial"/>
              </a:rPr>
              <a:t>Kiến trúc tổng thể</a:t>
            </a:r>
            <a:endParaRPr b="1" sz="1400">
              <a:solidFill>
                <a:schemeClr val="dk1"/>
              </a:solidFill>
              <a:latin typeface="Arial"/>
              <a:ea typeface="Arial"/>
              <a:cs typeface="Arial"/>
              <a:sym typeface="Arial"/>
            </a:endParaRPr>
          </a:p>
        </p:txBody>
      </p:sp>
      <p:pic>
        <p:nvPicPr>
          <p:cNvPr id="291" name="Google Shape;291;p10"/>
          <p:cNvPicPr preferRelativeResize="0"/>
          <p:nvPr/>
        </p:nvPicPr>
        <p:blipFill rotWithShape="1">
          <a:blip r:embed="rId3">
            <a:alphaModFix/>
          </a:blip>
          <a:srcRect b="0" l="0" r="0" t="0"/>
          <a:stretch/>
        </p:blipFill>
        <p:spPr>
          <a:xfrm>
            <a:off x="2937438" y="809904"/>
            <a:ext cx="6316884" cy="5238192"/>
          </a:xfrm>
          <a:prstGeom prst="rect">
            <a:avLst/>
          </a:prstGeom>
          <a:noFill/>
          <a:ln>
            <a:noFill/>
          </a:ln>
        </p:spPr>
      </p:pic>
      <p:sp>
        <p:nvSpPr>
          <p:cNvPr id="292" name="Google Shape;292;p10"/>
          <p:cNvSpPr txBox="1"/>
          <p:nvPr/>
        </p:nvSpPr>
        <p:spPr>
          <a:xfrm>
            <a:off x="11684000" y="6540500"/>
            <a:ext cx="381000" cy="190500"/>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lang="en-US" sz="1000">
                <a:solidFill>
                  <a:srgbClr val="505050"/>
                </a:solidFill>
                <a:latin typeface="Arial"/>
                <a:ea typeface="Arial"/>
                <a:cs typeface="Arial"/>
                <a:sym typeface="Arial"/>
              </a:rPr>
              <a:t>11</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6" name="Shape 296"/>
        <p:cNvGrpSpPr/>
        <p:nvPr/>
      </p:nvGrpSpPr>
      <p:grpSpPr>
        <a:xfrm>
          <a:off x="0" y="0"/>
          <a:ext cx="0" cy="0"/>
          <a:chOff x="0" y="0"/>
          <a:chExt cx="0" cy="0"/>
        </a:xfrm>
      </p:grpSpPr>
      <p:sp>
        <p:nvSpPr>
          <p:cNvPr id="297" name="Google Shape;297;p11"/>
          <p:cNvSpPr txBox="1"/>
          <p:nvPr/>
        </p:nvSpPr>
        <p:spPr>
          <a:xfrm>
            <a:off x="338760" y="112680"/>
            <a:ext cx="11514240" cy="435600"/>
          </a:xfrm>
          <a:prstGeom prst="rect">
            <a:avLst/>
          </a:prstGeom>
          <a:noFill/>
          <a:ln>
            <a:noFill/>
          </a:ln>
        </p:spPr>
        <p:txBody>
          <a:bodyPr anchorCtr="0" anchor="t" bIns="45000" lIns="90000" spcFirstLastPara="1" rIns="90000" wrap="square" tIns="45000">
            <a:noAutofit/>
          </a:bodyPr>
          <a:lstStyle/>
          <a:p>
            <a:pPr indent="0" lvl="0" marL="0" marR="0" rtl="0" algn="l">
              <a:spcBef>
                <a:spcPts val="0"/>
              </a:spcBef>
              <a:spcAft>
                <a:spcPts val="0"/>
              </a:spcAft>
              <a:buNone/>
            </a:pPr>
            <a:r>
              <a:rPr lang="en-US" sz="2800">
                <a:solidFill>
                  <a:schemeClr val="lt1"/>
                </a:solidFill>
                <a:latin typeface="Arial"/>
                <a:ea typeface="Arial"/>
                <a:cs typeface="Arial"/>
                <a:sym typeface="Arial"/>
              </a:rPr>
              <a:t>3. Giải pháp đề xuất</a:t>
            </a:r>
            <a:endParaRPr b="0" sz="2800" strike="noStrike">
              <a:solidFill>
                <a:schemeClr val="lt1"/>
              </a:solidFill>
              <a:latin typeface="Arial"/>
              <a:ea typeface="Arial"/>
              <a:cs typeface="Arial"/>
              <a:sym typeface="Arial"/>
            </a:endParaRPr>
          </a:p>
        </p:txBody>
      </p:sp>
      <p:sp>
        <p:nvSpPr>
          <p:cNvPr id="298" name="Google Shape;298;p11"/>
          <p:cNvSpPr txBox="1"/>
          <p:nvPr/>
        </p:nvSpPr>
        <p:spPr>
          <a:xfrm>
            <a:off x="0" y="931421"/>
            <a:ext cx="6323282" cy="369332"/>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1800">
                <a:solidFill>
                  <a:schemeClr val="dk1"/>
                </a:solidFill>
                <a:latin typeface="Arial"/>
                <a:ea typeface="Arial"/>
                <a:cs typeface="Arial"/>
                <a:sym typeface="Arial"/>
              </a:rPr>
              <a:t>Quy trình xây dựng dữ liệu huấn luyện embedding</a:t>
            </a:r>
            <a:endParaRPr/>
          </a:p>
        </p:txBody>
      </p:sp>
      <p:pic>
        <p:nvPicPr>
          <p:cNvPr id="299" name="Google Shape;299;p11"/>
          <p:cNvPicPr preferRelativeResize="0"/>
          <p:nvPr/>
        </p:nvPicPr>
        <p:blipFill rotWithShape="1">
          <a:blip r:embed="rId3">
            <a:alphaModFix/>
          </a:blip>
          <a:srcRect b="0" l="0" r="0" t="0"/>
          <a:stretch/>
        </p:blipFill>
        <p:spPr>
          <a:xfrm>
            <a:off x="212785" y="1725590"/>
            <a:ext cx="11766430" cy="2244463"/>
          </a:xfrm>
          <a:prstGeom prst="rect">
            <a:avLst/>
          </a:prstGeom>
          <a:noFill/>
          <a:ln>
            <a:noFill/>
          </a:ln>
        </p:spPr>
      </p:pic>
      <p:sp>
        <p:nvSpPr>
          <p:cNvPr id="300" name="Google Shape;300;p11"/>
          <p:cNvSpPr txBox="1"/>
          <p:nvPr/>
        </p:nvSpPr>
        <p:spPr>
          <a:xfrm>
            <a:off x="11684000" y="6540500"/>
            <a:ext cx="381000" cy="190500"/>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lang="en-US" sz="1000">
                <a:solidFill>
                  <a:srgbClr val="505050"/>
                </a:solidFill>
                <a:latin typeface="Arial"/>
                <a:ea typeface="Arial"/>
                <a:cs typeface="Arial"/>
                <a:sym typeface="Arial"/>
              </a:rPr>
              <a:t>12</a:t>
            </a:r>
            <a:endParaRPr/>
          </a:p>
        </p:txBody>
      </p:sp>
      <p:sp>
        <p:nvSpPr>
          <p:cNvPr id="301" name="Google Shape;301;p11"/>
          <p:cNvSpPr txBox="1"/>
          <p:nvPr/>
        </p:nvSpPr>
        <p:spPr>
          <a:xfrm>
            <a:off x="338750" y="4445750"/>
            <a:ext cx="11702400" cy="36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1600">
                <a:solidFill>
                  <a:schemeClr val="dk1"/>
                </a:solidFill>
              </a:rPr>
              <a:t>=&gt; Sau khi loại các câu không có positive đủ tin cậy, còn 792 câu hợp lệ. Dữ liệu được chia 80/20: 634 câu train tạo 1.180 cặp và 158 câu test, hình thành tập D1. </a:t>
            </a:r>
            <a:endParaRPr sz="1600">
              <a:solidFill>
                <a:schemeClr val="dk1"/>
              </a:solidFil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6" name="Shape 306"/>
        <p:cNvGrpSpPr/>
        <p:nvPr/>
      </p:nvGrpSpPr>
      <p:grpSpPr>
        <a:xfrm>
          <a:off x="0" y="0"/>
          <a:ext cx="0" cy="0"/>
          <a:chOff x="0" y="0"/>
          <a:chExt cx="0" cy="0"/>
        </a:xfrm>
      </p:grpSpPr>
      <p:sp>
        <p:nvSpPr>
          <p:cNvPr id="307" name="Google Shape;307;p12"/>
          <p:cNvSpPr txBox="1"/>
          <p:nvPr/>
        </p:nvSpPr>
        <p:spPr>
          <a:xfrm>
            <a:off x="338760" y="112680"/>
            <a:ext cx="11514240" cy="435600"/>
          </a:xfrm>
          <a:prstGeom prst="rect">
            <a:avLst/>
          </a:prstGeom>
          <a:noFill/>
          <a:ln>
            <a:noFill/>
          </a:ln>
        </p:spPr>
        <p:txBody>
          <a:bodyPr anchorCtr="0" anchor="t" bIns="45000" lIns="90000" spcFirstLastPara="1" rIns="90000" wrap="square" tIns="45000">
            <a:noAutofit/>
          </a:bodyPr>
          <a:lstStyle/>
          <a:p>
            <a:pPr indent="0" lvl="0" marL="0" marR="0" rtl="0" algn="l">
              <a:spcBef>
                <a:spcPts val="0"/>
              </a:spcBef>
              <a:spcAft>
                <a:spcPts val="0"/>
              </a:spcAft>
              <a:buNone/>
            </a:pPr>
            <a:r>
              <a:rPr lang="en-US" sz="2800">
                <a:solidFill>
                  <a:schemeClr val="lt1"/>
                </a:solidFill>
                <a:latin typeface="Arial"/>
                <a:ea typeface="Arial"/>
                <a:cs typeface="Arial"/>
                <a:sym typeface="Arial"/>
              </a:rPr>
              <a:t>3. Giải pháp đề xuất</a:t>
            </a:r>
            <a:endParaRPr sz="2800">
              <a:solidFill>
                <a:schemeClr val="lt1"/>
              </a:solidFill>
              <a:latin typeface="Arial"/>
              <a:ea typeface="Arial"/>
              <a:cs typeface="Arial"/>
              <a:sym typeface="Arial"/>
            </a:endParaRPr>
          </a:p>
        </p:txBody>
      </p:sp>
      <p:pic>
        <p:nvPicPr>
          <p:cNvPr id="308" name="Google Shape;308;p12"/>
          <p:cNvPicPr preferRelativeResize="0"/>
          <p:nvPr/>
        </p:nvPicPr>
        <p:blipFill rotWithShape="1">
          <a:blip r:embed="rId3">
            <a:alphaModFix/>
          </a:blip>
          <a:srcRect b="0" l="0" r="0" t="0"/>
          <a:stretch/>
        </p:blipFill>
        <p:spPr>
          <a:xfrm>
            <a:off x="524187" y="1066378"/>
            <a:ext cx="10978551" cy="4725243"/>
          </a:xfrm>
          <a:prstGeom prst="rect">
            <a:avLst/>
          </a:prstGeom>
          <a:noFill/>
          <a:ln>
            <a:noFill/>
          </a:ln>
        </p:spPr>
      </p:pic>
      <p:sp>
        <p:nvSpPr>
          <p:cNvPr id="309" name="Google Shape;309;p12"/>
          <p:cNvSpPr txBox="1"/>
          <p:nvPr/>
        </p:nvSpPr>
        <p:spPr>
          <a:xfrm>
            <a:off x="2934239" y="5791621"/>
            <a:ext cx="6323282" cy="338554"/>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1600">
                <a:solidFill>
                  <a:schemeClr val="dk1"/>
                </a:solidFill>
                <a:latin typeface="Arial"/>
                <a:ea typeface="Arial"/>
                <a:cs typeface="Arial"/>
                <a:sym typeface="Arial"/>
              </a:rPr>
              <a:t>Quy trình huấn luyện embedding</a:t>
            </a:r>
            <a:endParaRPr/>
          </a:p>
        </p:txBody>
      </p:sp>
      <p:sp>
        <p:nvSpPr>
          <p:cNvPr id="310" name="Google Shape;310;p12"/>
          <p:cNvSpPr txBox="1"/>
          <p:nvPr/>
        </p:nvSpPr>
        <p:spPr>
          <a:xfrm>
            <a:off x="11684000" y="6540500"/>
            <a:ext cx="381000" cy="190500"/>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lang="en-US" sz="1000">
                <a:solidFill>
                  <a:srgbClr val="505050"/>
                </a:solidFill>
                <a:latin typeface="Arial"/>
                <a:ea typeface="Arial"/>
                <a:cs typeface="Arial"/>
                <a:sym typeface="Arial"/>
              </a:rPr>
              <a:t>13</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4" name="Shape 314"/>
        <p:cNvGrpSpPr/>
        <p:nvPr/>
      </p:nvGrpSpPr>
      <p:grpSpPr>
        <a:xfrm>
          <a:off x="0" y="0"/>
          <a:ext cx="0" cy="0"/>
          <a:chOff x="0" y="0"/>
          <a:chExt cx="0" cy="0"/>
        </a:xfrm>
      </p:grpSpPr>
      <p:sp>
        <p:nvSpPr>
          <p:cNvPr id="315" name="Google Shape;315;p13"/>
          <p:cNvSpPr txBox="1"/>
          <p:nvPr/>
        </p:nvSpPr>
        <p:spPr>
          <a:xfrm>
            <a:off x="338760" y="112680"/>
            <a:ext cx="11514240" cy="435600"/>
          </a:xfrm>
          <a:prstGeom prst="rect">
            <a:avLst/>
          </a:prstGeom>
          <a:noFill/>
          <a:ln>
            <a:noFill/>
          </a:ln>
        </p:spPr>
        <p:txBody>
          <a:bodyPr anchorCtr="0" anchor="t" bIns="45000" lIns="90000" spcFirstLastPara="1" rIns="90000" wrap="square" tIns="45000">
            <a:noAutofit/>
          </a:bodyPr>
          <a:lstStyle/>
          <a:p>
            <a:pPr indent="0" lvl="0" marL="0" marR="0" rtl="0" algn="l">
              <a:spcBef>
                <a:spcPts val="0"/>
              </a:spcBef>
              <a:spcAft>
                <a:spcPts val="0"/>
              </a:spcAft>
              <a:buNone/>
            </a:pPr>
            <a:r>
              <a:rPr lang="en-US" sz="2800">
                <a:solidFill>
                  <a:schemeClr val="lt1"/>
                </a:solidFill>
                <a:latin typeface="Arial"/>
                <a:ea typeface="Arial"/>
                <a:cs typeface="Arial"/>
                <a:sym typeface="Arial"/>
              </a:rPr>
              <a:t>3. Giải pháp đề xuất</a:t>
            </a:r>
            <a:endParaRPr sz="2800">
              <a:solidFill>
                <a:schemeClr val="lt1"/>
              </a:solidFill>
              <a:latin typeface="Arial"/>
              <a:ea typeface="Arial"/>
              <a:cs typeface="Arial"/>
              <a:sym typeface="Arial"/>
            </a:endParaRPr>
          </a:p>
        </p:txBody>
      </p:sp>
      <p:sp>
        <p:nvSpPr>
          <p:cNvPr id="316" name="Google Shape;316;p13"/>
          <p:cNvSpPr txBox="1"/>
          <p:nvPr/>
        </p:nvSpPr>
        <p:spPr>
          <a:xfrm>
            <a:off x="338760" y="932125"/>
            <a:ext cx="7999562"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800">
                <a:solidFill>
                  <a:schemeClr val="dk1"/>
                </a:solidFill>
                <a:latin typeface="Arial"/>
                <a:ea typeface="Arial"/>
                <a:cs typeface="Arial"/>
                <a:sym typeface="Arial"/>
              </a:rPr>
              <a:t>Multiple Negatives Ranking Loss (MNRL)</a:t>
            </a:r>
            <a:endParaRPr/>
          </a:p>
        </p:txBody>
      </p:sp>
      <p:pic>
        <p:nvPicPr>
          <p:cNvPr id="317" name="Google Shape;317;p13"/>
          <p:cNvPicPr preferRelativeResize="0"/>
          <p:nvPr/>
        </p:nvPicPr>
        <p:blipFill rotWithShape="1">
          <a:blip r:embed="rId3">
            <a:alphaModFix/>
          </a:blip>
          <a:srcRect b="0" l="0" r="0" t="0"/>
          <a:stretch/>
        </p:blipFill>
        <p:spPr>
          <a:xfrm>
            <a:off x="3353465" y="1301457"/>
            <a:ext cx="5484830" cy="1089621"/>
          </a:xfrm>
          <a:prstGeom prst="rect">
            <a:avLst/>
          </a:prstGeom>
          <a:noFill/>
          <a:ln>
            <a:noFill/>
          </a:ln>
        </p:spPr>
      </p:pic>
      <p:sp>
        <p:nvSpPr>
          <p:cNvPr id="318" name="Google Shape;318;p13"/>
          <p:cNvSpPr txBox="1"/>
          <p:nvPr/>
        </p:nvSpPr>
        <p:spPr>
          <a:xfrm>
            <a:off x="338760" y="2685691"/>
            <a:ext cx="11145329" cy="203132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Arial"/>
                <a:ea typeface="Arial"/>
                <a:cs typeface="Arial"/>
                <a:sym typeface="Arial"/>
              </a:rPr>
              <a:t>Trong đó:</a:t>
            </a:r>
            <a:endParaRPr/>
          </a:p>
          <a:p>
            <a:pPr indent="-285750" lvl="0" marL="285750" marR="0" rtl="0" algn="l">
              <a:spcBef>
                <a:spcPts val="0"/>
              </a:spcBef>
              <a:spcAft>
                <a:spcPts val="0"/>
              </a:spcAft>
              <a:buClr>
                <a:schemeClr val="dk1"/>
              </a:buClr>
              <a:buSzPts val="1800"/>
              <a:buFont typeface="Arial"/>
              <a:buChar char="•"/>
            </a:pPr>
            <a:r>
              <a:rPr lang="en-US" sz="1800">
                <a:solidFill>
                  <a:schemeClr val="dk1"/>
                </a:solidFill>
                <a:latin typeface="Arial"/>
                <a:ea typeface="Arial"/>
                <a:cs typeface="Arial"/>
                <a:sym typeface="Arial"/>
              </a:rPr>
              <a:t>q</a:t>
            </a:r>
            <a:r>
              <a:rPr baseline="-25000" lang="en-US" sz="1800">
                <a:solidFill>
                  <a:schemeClr val="dk1"/>
                </a:solidFill>
                <a:latin typeface="Arial"/>
                <a:ea typeface="Arial"/>
                <a:cs typeface="Arial"/>
                <a:sym typeface="Arial"/>
              </a:rPr>
              <a:t>i</a:t>
            </a:r>
            <a:r>
              <a:rPr lang="en-US" sz="1800">
                <a:solidFill>
                  <a:schemeClr val="dk1"/>
                </a:solidFill>
                <a:latin typeface="Arial"/>
                <a:ea typeface="Arial"/>
                <a:cs typeface="Arial"/>
                <a:sym typeface="Arial"/>
              </a:rPr>
              <a:t>: câu hỏi thứ i</a:t>
            </a:r>
            <a:endParaRPr sz="1800">
              <a:solidFill>
                <a:schemeClr val="dk1"/>
              </a:solidFill>
              <a:latin typeface="Arial"/>
              <a:ea typeface="Arial"/>
              <a:cs typeface="Arial"/>
              <a:sym typeface="Arial"/>
            </a:endParaRPr>
          </a:p>
          <a:p>
            <a:pPr indent="-285750" lvl="0" marL="285750" marR="0" rtl="0" algn="l">
              <a:spcBef>
                <a:spcPts val="0"/>
              </a:spcBef>
              <a:spcAft>
                <a:spcPts val="0"/>
              </a:spcAft>
              <a:buClr>
                <a:schemeClr val="dk1"/>
              </a:buClr>
              <a:buSzPts val="1800"/>
              <a:buFont typeface="Arial"/>
              <a:buChar char="•"/>
            </a:pPr>
            <a:r>
              <a:rPr lang="en-US" sz="1800">
                <a:solidFill>
                  <a:schemeClr val="dk1"/>
                </a:solidFill>
                <a:latin typeface="Arial"/>
                <a:ea typeface="Arial"/>
                <a:cs typeface="Arial"/>
                <a:sym typeface="Arial"/>
              </a:rPr>
              <a:t>p</a:t>
            </a:r>
            <a:r>
              <a:rPr baseline="-25000" lang="en-US" sz="1800">
                <a:solidFill>
                  <a:schemeClr val="dk1"/>
                </a:solidFill>
                <a:latin typeface="Arial"/>
                <a:ea typeface="Arial"/>
                <a:cs typeface="Arial"/>
                <a:sym typeface="Arial"/>
              </a:rPr>
              <a:t>i</a:t>
            </a:r>
            <a:r>
              <a:rPr lang="en-US" sz="1800">
                <a:solidFill>
                  <a:schemeClr val="dk1"/>
                </a:solidFill>
                <a:latin typeface="Arial"/>
                <a:ea typeface="Arial"/>
                <a:cs typeface="Arial"/>
                <a:sym typeface="Arial"/>
              </a:rPr>
              <a:t>: đoạn positive tương ứng với q</a:t>
            </a:r>
            <a:r>
              <a:rPr baseline="-25000" lang="en-US" sz="1800">
                <a:solidFill>
                  <a:schemeClr val="dk1"/>
                </a:solidFill>
                <a:latin typeface="Arial"/>
                <a:ea typeface="Arial"/>
                <a:cs typeface="Arial"/>
                <a:sym typeface="Arial"/>
              </a:rPr>
              <a:t>i</a:t>
            </a:r>
            <a:endParaRPr sz="1800">
              <a:solidFill>
                <a:schemeClr val="dk1"/>
              </a:solidFill>
              <a:latin typeface="Arial"/>
              <a:ea typeface="Arial"/>
              <a:cs typeface="Arial"/>
              <a:sym typeface="Arial"/>
            </a:endParaRPr>
          </a:p>
          <a:p>
            <a:pPr indent="-285750" lvl="0" marL="285750" marR="0" rtl="0" algn="l">
              <a:spcBef>
                <a:spcPts val="0"/>
              </a:spcBef>
              <a:spcAft>
                <a:spcPts val="0"/>
              </a:spcAft>
              <a:buClr>
                <a:schemeClr val="dk1"/>
              </a:buClr>
              <a:buSzPts val="1800"/>
              <a:buFont typeface="Arial"/>
              <a:buChar char="•"/>
            </a:pPr>
            <a:r>
              <a:rPr lang="en-US" sz="1800">
                <a:solidFill>
                  <a:schemeClr val="dk1"/>
                </a:solidFill>
                <a:latin typeface="Arial"/>
                <a:ea typeface="Arial"/>
                <a:cs typeface="Arial"/>
                <a:sym typeface="Arial"/>
              </a:rPr>
              <a:t>p</a:t>
            </a:r>
            <a:r>
              <a:rPr baseline="-25000" lang="en-US" sz="1800">
                <a:solidFill>
                  <a:schemeClr val="dk1"/>
                </a:solidFill>
                <a:latin typeface="Arial"/>
                <a:ea typeface="Arial"/>
                <a:cs typeface="Arial"/>
                <a:sym typeface="Arial"/>
              </a:rPr>
              <a:t>j </a:t>
            </a:r>
            <a:r>
              <a:rPr lang="en-US" sz="1800">
                <a:solidFill>
                  <a:schemeClr val="dk1"/>
                </a:solidFill>
                <a:latin typeface="Arial"/>
                <a:ea typeface="Arial"/>
                <a:cs typeface="Arial"/>
                <a:sym typeface="Arial"/>
              </a:rPr>
              <a:t>với p ≠ j: các đoạn positive của mẫu khác trong batch, được xem như in-batch negatives</a:t>
            </a:r>
            <a:endParaRPr/>
          </a:p>
          <a:p>
            <a:pPr indent="-285750" lvl="0" marL="285750" marR="0" rtl="0" algn="l">
              <a:spcBef>
                <a:spcPts val="0"/>
              </a:spcBef>
              <a:spcAft>
                <a:spcPts val="0"/>
              </a:spcAft>
              <a:buClr>
                <a:schemeClr val="dk1"/>
              </a:buClr>
              <a:buSzPts val="1800"/>
              <a:buFont typeface="Arial"/>
              <a:buChar char="•"/>
            </a:pPr>
            <a:r>
              <a:rPr lang="en-US" sz="1800">
                <a:solidFill>
                  <a:schemeClr val="dk1"/>
                </a:solidFill>
                <a:latin typeface="Arial"/>
                <a:ea typeface="Arial"/>
                <a:cs typeface="Arial"/>
                <a:sym typeface="Arial"/>
              </a:rPr>
              <a:t>τ: temperature, điều chỉnh độ sắc nét của phân phối softmax</a:t>
            </a:r>
            <a:endParaRPr sz="1800">
              <a:solidFill>
                <a:schemeClr val="dk1"/>
              </a:solidFill>
              <a:latin typeface="Arial"/>
              <a:ea typeface="Arial"/>
              <a:cs typeface="Arial"/>
              <a:sym typeface="Arial"/>
            </a:endParaRPr>
          </a:p>
          <a:p>
            <a:pPr indent="0" lvl="0" marL="0" marR="0" rtl="0" algn="l">
              <a:spcBef>
                <a:spcPts val="0"/>
              </a:spcBef>
              <a:spcAft>
                <a:spcPts val="0"/>
              </a:spcAft>
              <a:buNone/>
            </a:pPr>
            <a:r>
              <a:t/>
            </a:r>
            <a:endParaRPr sz="1800">
              <a:solidFill>
                <a:schemeClr val="dk1"/>
              </a:solidFill>
              <a:latin typeface="Arial"/>
              <a:ea typeface="Arial"/>
              <a:cs typeface="Arial"/>
              <a:sym typeface="Arial"/>
            </a:endParaRPr>
          </a:p>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319" name="Google Shape;319;p13"/>
          <p:cNvSpPr txBox="1"/>
          <p:nvPr/>
        </p:nvSpPr>
        <p:spPr>
          <a:xfrm>
            <a:off x="11684000" y="6540500"/>
            <a:ext cx="381000" cy="190500"/>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lang="en-US" sz="1000">
                <a:solidFill>
                  <a:srgbClr val="505050"/>
                </a:solidFill>
                <a:latin typeface="Arial"/>
                <a:ea typeface="Arial"/>
                <a:cs typeface="Arial"/>
                <a:sym typeface="Arial"/>
              </a:rPr>
              <a:t>14</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3" name="Shape 323"/>
        <p:cNvGrpSpPr/>
        <p:nvPr/>
      </p:nvGrpSpPr>
      <p:grpSpPr>
        <a:xfrm>
          <a:off x="0" y="0"/>
          <a:ext cx="0" cy="0"/>
          <a:chOff x="0" y="0"/>
          <a:chExt cx="0" cy="0"/>
        </a:xfrm>
      </p:grpSpPr>
      <p:sp>
        <p:nvSpPr>
          <p:cNvPr id="324" name="Google Shape;324;p14"/>
          <p:cNvSpPr txBox="1"/>
          <p:nvPr/>
        </p:nvSpPr>
        <p:spPr>
          <a:xfrm>
            <a:off x="338760" y="112680"/>
            <a:ext cx="11514240" cy="435600"/>
          </a:xfrm>
          <a:prstGeom prst="rect">
            <a:avLst/>
          </a:prstGeom>
          <a:noFill/>
          <a:ln>
            <a:noFill/>
          </a:ln>
        </p:spPr>
        <p:txBody>
          <a:bodyPr anchorCtr="0" anchor="t" bIns="45000" lIns="90000" spcFirstLastPara="1" rIns="90000" wrap="square" tIns="45000">
            <a:noAutofit/>
          </a:bodyPr>
          <a:lstStyle/>
          <a:p>
            <a:pPr indent="0" lvl="0" marL="0" marR="0" rtl="0" algn="l">
              <a:spcBef>
                <a:spcPts val="0"/>
              </a:spcBef>
              <a:spcAft>
                <a:spcPts val="0"/>
              </a:spcAft>
              <a:buNone/>
            </a:pPr>
            <a:r>
              <a:rPr lang="en-US" sz="2800">
                <a:solidFill>
                  <a:schemeClr val="lt1"/>
                </a:solidFill>
                <a:latin typeface="Arial"/>
                <a:ea typeface="Arial"/>
                <a:cs typeface="Arial"/>
                <a:sym typeface="Arial"/>
              </a:rPr>
              <a:t>3. Giải pháp đề xuất</a:t>
            </a:r>
            <a:endParaRPr b="0" sz="2800" strike="noStrike">
              <a:solidFill>
                <a:schemeClr val="lt1"/>
              </a:solidFill>
              <a:latin typeface="Arial"/>
              <a:ea typeface="Arial"/>
              <a:cs typeface="Arial"/>
              <a:sym typeface="Arial"/>
            </a:endParaRPr>
          </a:p>
        </p:txBody>
      </p:sp>
      <p:sp>
        <p:nvSpPr>
          <p:cNvPr id="325" name="Google Shape;325;p14"/>
          <p:cNvSpPr txBox="1"/>
          <p:nvPr/>
        </p:nvSpPr>
        <p:spPr>
          <a:xfrm>
            <a:off x="338750" y="902900"/>
            <a:ext cx="11726400" cy="15699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600">
                <a:solidFill>
                  <a:schemeClr val="dk1"/>
                </a:solidFill>
                <a:latin typeface="Arial"/>
                <a:ea typeface="Arial"/>
                <a:cs typeface="Arial"/>
                <a:sym typeface="Arial"/>
              </a:rPr>
              <a:t>Reranker sử dụng lại dữ liệu từ quy trình xây dựng </a:t>
            </a:r>
            <a:r>
              <a:rPr b="1" lang="en-US" sz="1600">
                <a:solidFill>
                  <a:schemeClr val="dk1"/>
                </a:solidFill>
              </a:rPr>
              <a:t>dữ liệu </a:t>
            </a:r>
            <a:r>
              <a:rPr b="1" lang="en-US" sz="1600">
                <a:solidFill>
                  <a:schemeClr val="dk1"/>
                </a:solidFill>
                <a:latin typeface="Arial"/>
                <a:ea typeface="Arial"/>
                <a:cs typeface="Arial"/>
                <a:sym typeface="Arial"/>
              </a:rPr>
              <a:t>của embedding, nhưng áp dụng tiêu chí lọc riêng chặt hơn</a:t>
            </a:r>
            <a:endParaRPr b="1" sz="1600">
              <a:solidFill>
                <a:schemeClr val="dk1"/>
              </a:solidFill>
              <a:latin typeface="Arial"/>
              <a:ea typeface="Arial"/>
              <a:cs typeface="Arial"/>
              <a:sym typeface="Arial"/>
            </a:endParaRPr>
          </a:p>
          <a:p>
            <a:pPr indent="0" lvl="0" marL="0" marR="0" rtl="0" algn="l">
              <a:spcBef>
                <a:spcPts val="0"/>
              </a:spcBef>
              <a:spcAft>
                <a:spcPts val="0"/>
              </a:spcAft>
              <a:buNone/>
            </a:pPr>
            <a:r>
              <a:rPr lang="en-US" sz="1600">
                <a:solidFill>
                  <a:schemeClr val="dk1"/>
                </a:solidFill>
                <a:latin typeface="Arial"/>
                <a:ea typeface="Arial"/>
                <a:cs typeface="Arial"/>
                <a:sym typeface="Arial"/>
              </a:rPr>
              <a:t>Mined negatives:</a:t>
            </a:r>
            <a:endParaRPr/>
          </a:p>
          <a:p>
            <a:pPr indent="-285750" lvl="0" marL="285750" marR="0" rtl="0" algn="l">
              <a:spcBef>
                <a:spcPts val="0"/>
              </a:spcBef>
              <a:spcAft>
                <a:spcPts val="0"/>
              </a:spcAft>
              <a:buClr>
                <a:schemeClr val="dk1"/>
              </a:buClr>
              <a:buSzPts val="1600"/>
              <a:buFont typeface="Arial"/>
              <a:buChar char="•"/>
            </a:pPr>
            <a:r>
              <a:rPr lang="en-US" sz="1600">
                <a:solidFill>
                  <a:schemeClr val="dk1"/>
                </a:solidFill>
                <a:latin typeface="Arial"/>
                <a:ea typeface="Arial"/>
                <a:cs typeface="Arial"/>
                <a:sym typeface="Arial"/>
              </a:rPr>
              <a:t>Khai thác từ các đoạn thật bị truy hồi nhầm</a:t>
            </a:r>
            <a:endParaRPr sz="1600">
              <a:solidFill>
                <a:schemeClr val="dk1"/>
              </a:solidFill>
              <a:latin typeface="Arial"/>
              <a:ea typeface="Arial"/>
              <a:cs typeface="Arial"/>
              <a:sym typeface="Arial"/>
            </a:endParaRPr>
          </a:p>
          <a:p>
            <a:pPr indent="-285750" lvl="0" marL="285750" marR="0" rtl="0" algn="l">
              <a:spcBef>
                <a:spcPts val="0"/>
              </a:spcBef>
              <a:spcAft>
                <a:spcPts val="0"/>
              </a:spcAft>
              <a:buClr>
                <a:schemeClr val="dk1"/>
              </a:buClr>
              <a:buSzPts val="1600"/>
              <a:buFont typeface="Arial"/>
              <a:buChar char="•"/>
            </a:pPr>
            <a:r>
              <a:rPr lang="en-US" sz="1600">
                <a:solidFill>
                  <a:schemeClr val="dk1"/>
                </a:solidFill>
                <a:latin typeface="Arial"/>
                <a:ea typeface="Arial"/>
                <a:cs typeface="Arial"/>
                <a:sym typeface="Arial"/>
              </a:rPr>
              <a:t>Loại các đoạn liên quan trực tiếp hoặc liên quan một phần</a:t>
            </a:r>
            <a:endParaRPr sz="1600">
              <a:solidFill>
                <a:schemeClr val="dk1"/>
              </a:solidFill>
              <a:latin typeface="Arial"/>
              <a:ea typeface="Arial"/>
              <a:cs typeface="Arial"/>
              <a:sym typeface="Arial"/>
            </a:endParaRPr>
          </a:p>
          <a:p>
            <a:pPr indent="-285750" lvl="0" marL="285750" marR="0" rtl="0" algn="l">
              <a:spcBef>
                <a:spcPts val="0"/>
              </a:spcBef>
              <a:spcAft>
                <a:spcPts val="0"/>
              </a:spcAft>
              <a:buClr>
                <a:schemeClr val="dk1"/>
              </a:buClr>
              <a:buSzPts val="1600"/>
              <a:buFont typeface="Arial"/>
              <a:buChar char="•"/>
            </a:pPr>
            <a:r>
              <a:rPr lang="en-US" sz="1600">
                <a:solidFill>
                  <a:schemeClr val="dk1"/>
                </a:solidFill>
                <a:latin typeface="Arial"/>
                <a:ea typeface="Arial"/>
                <a:cs typeface="Arial"/>
                <a:sym typeface="Arial"/>
              </a:rPr>
              <a:t>Phân loại độ khó theo chênh lệch điểm teacher: khó ([0.1; 0.4)), trung bình ([0.4; 0.7))</a:t>
            </a:r>
            <a:endParaRPr/>
          </a:p>
          <a:p>
            <a:pPr indent="0" lvl="0" marL="0" marR="0" rtl="0" algn="l">
              <a:spcBef>
                <a:spcPts val="0"/>
              </a:spcBef>
              <a:spcAft>
                <a:spcPts val="0"/>
              </a:spcAft>
              <a:buNone/>
            </a:pPr>
            <a:r>
              <a:t/>
            </a:r>
            <a:endParaRPr sz="1600">
              <a:solidFill>
                <a:schemeClr val="dk1"/>
              </a:solidFill>
              <a:latin typeface="Arial"/>
              <a:ea typeface="Arial"/>
              <a:cs typeface="Arial"/>
              <a:sym typeface="Arial"/>
            </a:endParaRPr>
          </a:p>
        </p:txBody>
      </p:sp>
      <p:pic>
        <p:nvPicPr>
          <p:cNvPr id="326" name="Google Shape;326;p14"/>
          <p:cNvPicPr preferRelativeResize="0"/>
          <p:nvPr/>
        </p:nvPicPr>
        <p:blipFill rotWithShape="1">
          <a:blip r:embed="rId3">
            <a:alphaModFix/>
          </a:blip>
          <a:srcRect b="0" l="0" r="0" t="0"/>
          <a:stretch/>
        </p:blipFill>
        <p:spPr>
          <a:xfrm>
            <a:off x="2622475" y="2366868"/>
            <a:ext cx="6946810" cy="1325238"/>
          </a:xfrm>
          <a:prstGeom prst="rect">
            <a:avLst/>
          </a:prstGeom>
          <a:noFill/>
          <a:ln>
            <a:noFill/>
          </a:ln>
        </p:spPr>
      </p:pic>
      <p:sp>
        <p:nvSpPr>
          <p:cNvPr id="327" name="Google Shape;327;p14"/>
          <p:cNvSpPr txBox="1"/>
          <p:nvPr/>
        </p:nvSpPr>
        <p:spPr>
          <a:xfrm>
            <a:off x="11684000" y="6540500"/>
            <a:ext cx="381000" cy="190500"/>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lang="en-US" sz="1000">
                <a:solidFill>
                  <a:srgbClr val="505050"/>
                </a:solidFill>
                <a:latin typeface="Arial"/>
                <a:ea typeface="Arial"/>
                <a:cs typeface="Arial"/>
                <a:sym typeface="Arial"/>
              </a:rPr>
              <a:t>15</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1" name="Shape 331"/>
        <p:cNvGrpSpPr/>
        <p:nvPr/>
      </p:nvGrpSpPr>
      <p:grpSpPr>
        <a:xfrm>
          <a:off x="0" y="0"/>
          <a:ext cx="0" cy="0"/>
          <a:chOff x="0" y="0"/>
          <a:chExt cx="0" cy="0"/>
        </a:xfrm>
      </p:grpSpPr>
      <p:sp>
        <p:nvSpPr>
          <p:cNvPr id="332" name="Google Shape;332;p15"/>
          <p:cNvSpPr txBox="1"/>
          <p:nvPr/>
        </p:nvSpPr>
        <p:spPr>
          <a:xfrm>
            <a:off x="338760" y="112680"/>
            <a:ext cx="11514240" cy="435600"/>
          </a:xfrm>
          <a:prstGeom prst="rect">
            <a:avLst/>
          </a:prstGeom>
          <a:noFill/>
          <a:ln>
            <a:noFill/>
          </a:ln>
        </p:spPr>
        <p:txBody>
          <a:bodyPr anchorCtr="0" anchor="t" bIns="45000" lIns="90000" spcFirstLastPara="1" rIns="90000" wrap="square" tIns="45000">
            <a:noAutofit/>
          </a:bodyPr>
          <a:lstStyle/>
          <a:p>
            <a:pPr indent="0" lvl="0" marL="0" marR="0" rtl="0" algn="l">
              <a:spcBef>
                <a:spcPts val="0"/>
              </a:spcBef>
              <a:spcAft>
                <a:spcPts val="0"/>
              </a:spcAft>
              <a:buNone/>
            </a:pPr>
            <a:r>
              <a:rPr lang="en-US" sz="2800">
                <a:solidFill>
                  <a:schemeClr val="lt1"/>
                </a:solidFill>
                <a:latin typeface="Arial"/>
                <a:ea typeface="Arial"/>
                <a:cs typeface="Arial"/>
                <a:sym typeface="Arial"/>
              </a:rPr>
              <a:t>3. Giải pháp đề xuất</a:t>
            </a:r>
            <a:endParaRPr sz="2800">
              <a:solidFill>
                <a:schemeClr val="lt1"/>
              </a:solidFill>
              <a:latin typeface="Arial"/>
              <a:ea typeface="Arial"/>
              <a:cs typeface="Arial"/>
              <a:sym typeface="Arial"/>
            </a:endParaRPr>
          </a:p>
        </p:txBody>
      </p:sp>
      <p:sp>
        <p:nvSpPr>
          <p:cNvPr id="333" name="Google Shape;333;p15"/>
          <p:cNvSpPr txBox="1"/>
          <p:nvPr/>
        </p:nvSpPr>
        <p:spPr>
          <a:xfrm>
            <a:off x="3303797" y="3059668"/>
            <a:ext cx="5584166" cy="307777"/>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1400">
                <a:solidFill>
                  <a:schemeClr val="dk1"/>
                </a:solidFill>
                <a:latin typeface="Arial"/>
                <a:ea typeface="Arial"/>
                <a:cs typeface="Arial"/>
                <a:sym typeface="Arial"/>
              </a:rPr>
              <a:t>Quy trình huấn luyện reranker</a:t>
            </a:r>
            <a:endParaRPr b="1" sz="1400">
              <a:solidFill>
                <a:schemeClr val="dk1"/>
              </a:solidFill>
              <a:latin typeface="Arial"/>
              <a:ea typeface="Arial"/>
              <a:cs typeface="Arial"/>
              <a:sym typeface="Arial"/>
            </a:endParaRPr>
          </a:p>
        </p:txBody>
      </p:sp>
      <p:pic>
        <p:nvPicPr>
          <p:cNvPr id="334" name="Google Shape;334;p15"/>
          <p:cNvPicPr preferRelativeResize="0"/>
          <p:nvPr/>
        </p:nvPicPr>
        <p:blipFill rotWithShape="1">
          <a:blip r:embed="rId3">
            <a:alphaModFix/>
          </a:blip>
          <a:srcRect b="0" l="0" r="0" t="0"/>
          <a:stretch/>
        </p:blipFill>
        <p:spPr>
          <a:xfrm>
            <a:off x="0" y="1068823"/>
            <a:ext cx="12192000" cy="1890889"/>
          </a:xfrm>
          <a:prstGeom prst="rect">
            <a:avLst/>
          </a:prstGeom>
          <a:noFill/>
          <a:ln>
            <a:noFill/>
          </a:ln>
        </p:spPr>
      </p:pic>
      <p:sp>
        <p:nvSpPr>
          <p:cNvPr id="335" name="Google Shape;335;p15"/>
          <p:cNvSpPr txBox="1"/>
          <p:nvPr/>
        </p:nvSpPr>
        <p:spPr>
          <a:xfrm>
            <a:off x="11684000" y="6540500"/>
            <a:ext cx="381000" cy="190500"/>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lang="en-US" sz="1000">
                <a:solidFill>
                  <a:srgbClr val="505050"/>
                </a:solidFill>
                <a:latin typeface="Arial"/>
                <a:ea typeface="Arial"/>
                <a:cs typeface="Arial"/>
                <a:sym typeface="Arial"/>
              </a:rPr>
              <a:t>16</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9" name="Shape 339"/>
        <p:cNvGrpSpPr/>
        <p:nvPr/>
      </p:nvGrpSpPr>
      <p:grpSpPr>
        <a:xfrm>
          <a:off x="0" y="0"/>
          <a:ext cx="0" cy="0"/>
          <a:chOff x="0" y="0"/>
          <a:chExt cx="0" cy="0"/>
        </a:xfrm>
      </p:grpSpPr>
      <p:sp>
        <p:nvSpPr>
          <p:cNvPr id="340" name="Google Shape;340;p16"/>
          <p:cNvSpPr txBox="1"/>
          <p:nvPr/>
        </p:nvSpPr>
        <p:spPr>
          <a:xfrm>
            <a:off x="338760" y="112680"/>
            <a:ext cx="11514240" cy="435600"/>
          </a:xfrm>
          <a:prstGeom prst="rect">
            <a:avLst/>
          </a:prstGeom>
          <a:noFill/>
          <a:ln>
            <a:noFill/>
          </a:ln>
        </p:spPr>
        <p:txBody>
          <a:bodyPr anchorCtr="0" anchor="t" bIns="45000" lIns="90000" spcFirstLastPara="1" rIns="90000" wrap="square" tIns="45000">
            <a:noAutofit/>
          </a:bodyPr>
          <a:lstStyle/>
          <a:p>
            <a:pPr indent="0" lvl="0" marL="0" marR="0" rtl="0" algn="l">
              <a:spcBef>
                <a:spcPts val="0"/>
              </a:spcBef>
              <a:spcAft>
                <a:spcPts val="0"/>
              </a:spcAft>
              <a:buNone/>
            </a:pPr>
            <a:r>
              <a:rPr lang="en-US" sz="2800">
                <a:solidFill>
                  <a:schemeClr val="lt1"/>
                </a:solidFill>
                <a:latin typeface="Arial"/>
                <a:ea typeface="Arial"/>
                <a:cs typeface="Arial"/>
                <a:sym typeface="Arial"/>
              </a:rPr>
              <a:t>3. Giải pháp đề xuất</a:t>
            </a:r>
            <a:endParaRPr sz="2800">
              <a:solidFill>
                <a:schemeClr val="lt1"/>
              </a:solidFill>
              <a:latin typeface="Arial"/>
              <a:ea typeface="Arial"/>
              <a:cs typeface="Arial"/>
              <a:sym typeface="Arial"/>
            </a:endParaRPr>
          </a:p>
        </p:txBody>
      </p:sp>
      <p:sp>
        <p:nvSpPr>
          <p:cNvPr id="341" name="Google Shape;341;p16"/>
          <p:cNvSpPr txBox="1"/>
          <p:nvPr/>
        </p:nvSpPr>
        <p:spPr>
          <a:xfrm>
            <a:off x="3303797" y="5123859"/>
            <a:ext cx="5584166" cy="307777"/>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1400">
                <a:solidFill>
                  <a:schemeClr val="dk1"/>
                </a:solidFill>
                <a:latin typeface="Arial"/>
                <a:ea typeface="Arial"/>
                <a:cs typeface="Arial"/>
                <a:sym typeface="Arial"/>
              </a:rPr>
              <a:t>Quy trình huấn luyện reranker</a:t>
            </a:r>
            <a:endParaRPr b="1" sz="1400">
              <a:solidFill>
                <a:schemeClr val="dk1"/>
              </a:solidFill>
              <a:latin typeface="Arial"/>
              <a:ea typeface="Arial"/>
              <a:cs typeface="Arial"/>
              <a:sym typeface="Arial"/>
            </a:endParaRPr>
          </a:p>
        </p:txBody>
      </p:sp>
      <p:pic>
        <p:nvPicPr>
          <p:cNvPr id="342" name="Google Shape;342;p16"/>
          <p:cNvPicPr preferRelativeResize="0"/>
          <p:nvPr/>
        </p:nvPicPr>
        <p:blipFill rotWithShape="1">
          <a:blip r:embed="rId3">
            <a:alphaModFix/>
          </a:blip>
          <a:srcRect b="0" l="0" r="0" t="0"/>
          <a:stretch/>
        </p:blipFill>
        <p:spPr>
          <a:xfrm>
            <a:off x="0" y="1002681"/>
            <a:ext cx="12192000" cy="3977327"/>
          </a:xfrm>
          <a:prstGeom prst="rect">
            <a:avLst/>
          </a:prstGeom>
          <a:noFill/>
          <a:ln>
            <a:noFill/>
          </a:ln>
        </p:spPr>
      </p:pic>
      <p:sp>
        <p:nvSpPr>
          <p:cNvPr id="343" name="Google Shape;343;p16"/>
          <p:cNvSpPr txBox="1"/>
          <p:nvPr/>
        </p:nvSpPr>
        <p:spPr>
          <a:xfrm>
            <a:off x="11684000" y="6540500"/>
            <a:ext cx="381000" cy="190500"/>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lang="en-US" sz="1000">
                <a:solidFill>
                  <a:srgbClr val="505050"/>
                </a:solidFill>
                <a:latin typeface="Arial"/>
                <a:ea typeface="Arial"/>
                <a:cs typeface="Arial"/>
                <a:sym typeface="Arial"/>
              </a:rPr>
              <a:t>17</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7" name="Shape 347"/>
        <p:cNvGrpSpPr/>
        <p:nvPr/>
      </p:nvGrpSpPr>
      <p:grpSpPr>
        <a:xfrm>
          <a:off x="0" y="0"/>
          <a:ext cx="0" cy="0"/>
          <a:chOff x="0" y="0"/>
          <a:chExt cx="0" cy="0"/>
        </a:xfrm>
      </p:grpSpPr>
      <p:sp>
        <p:nvSpPr>
          <p:cNvPr id="348" name="Google Shape;348;p18"/>
          <p:cNvSpPr txBox="1"/>
          <p:nvPr/>
        </p:nvSpPr>
        <p:spPr>
          <a:xfrm>
            <a:off x="338760" y="112680"/>
            <a:ext cx="11514240" cy="435600"/>
          </a:xfrm>
          <a:prstGeom prst="rect">
            <a:avLst/>
          </a:prstGeom>
          <a:noFill/>
          <a:ln>
            <a:noFill/>
          </a:ln>
        </p:spPr>
        <p:txBody>
          <a:bodyPr anchorCtr="0" anchor="t" bIns="45000" lIns="90000" spcFirstLastPara="1" rIns="90000" wrap="square" tIns="45000">
            <a:noAutofit/>
          </a:bodyPr>
          <a:lstStyle/>
          <a:p>
            <a:pPr indent="0" lvl="0" marL="0" marR="0" rtl="0" algn="l">
              <a:spcBef>
                <a:spcPts val="0"/>
              </a:spcBef>
              <a:spcAft>
                <a:spcPts val="0"/>
              </a:spcAft>
              <a:buNone/>
            </a:pPr>
            <a:r>
              <a:rPr lang="en-US" sz="2800">
                <a:solidFill>
                  <a:schemeClr val="lt1"/>
                </a:solidFill>
                <a:latin typeface="Arial"/>
                <a:ea typeface="Arial"/>
                <a:cs typeface="Arial"/>
                <a:sym typeface="Arial"/>
              </a:rPr>
              <a:t>3. Giải pháp đề xuất</a:t>
            </a:r>
            <a:endParaRPr sz="2800">
              <a:solidFill>
                <a:schemeClr val="lt1"/>
              </a:solidFill>
              <a:latin typeface="Arial"/>
              <a:ea typeface="Arial"/>
              <a:cs typeface="Arial"/>
              <a:sym typeface="Arial"/>
            </a:endParaRPr>
          </a:p>
        </p:txBody>
      </p:sp>
      <p:sp>
        <p:nvSpPr>
          <p:cNvPr id="349" name="Google Shape;349;p18"/>
          <p:cNvSpPr txBox="1"/>
          <p:nvPr/>
        </p:nvSpPr>
        <p:spPr>
          <a:xfrm>
            <a:off x="425570" y="937277"/>
            <a:ext cx="7999562"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800">
                <a:solidFill>
                  <a:schemeClr val="dk1"/>
                </a:solidFill>
                <a:latin typeface="Arial"/>
                <a:ea typeface="Arial"/>
                <a:cs typeface="Arial"/>
                <a:sym typeface="Arial"/>
              </a:rPr>
              <a:t>Ý nghĩa các loss chưng cất cho reranker</a:t>
            </a:r>
            <a:endParaRPr b="1" sz="1800">
              <a:solidFill>
                <a:schemeClr val="dk1"/>
              </a:solidFill>
              <a:latin typeface="Arial"/>
              <a:ea typeface="Arial"/>
              <a:cs typeface="Arial"/>
              <a:sym typeface="Arial"/>
            </a:endParaRPr>
          </a:p>
        </p:txBody>
      </p:sp>
      <p:pic>
        <p:nvPicPr>
          <p:cNvPr id="350" name="Google Shape;350;p18"/>
          <p:cNvPicPr preferRelativeResize="0"/>
          <p:nvPr/>
        </p:nvPicPr>
        <p:blipFill rotWithShape="1">
          <a:blip r:embed="rId3">
            <a:alphaModFix/>
          </a:blip>
          <a:srcRect b="0" l="0" r="0" t="0"/>
          <a:stretch/>
        </p:blipFill>
        <p:spPr>
          <a:xfrm>
            <a:off x="1512378" y="1305461"/>
            <a:ext cx="4894702" cy="717111"/>
          </a:xfrm>
          <a:prstGeom prst="rect">
            <a:avLst/>
          </a:prstGeom>
          <a:noFill/>
          <a:ln>
            <a:noFill/>
          </a:ln>
        </p:spPr>
      </p:pic>
      <p:sp>
        <p:nvSpPr>
          <p:cNvPr id="351" name="Google Shape;351;p18"/>
          <p:cNvSpPr txBox="1"/>
          <p:nvPr/>
        </p:nvSpPr>
        <p:spPr>
          <a:xfrm>
            <a:off x="425568" y="1523640"/>
            <a:ext cx="1299713" cy="30777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400">
                <a:solidFill>
                  <a:schemeClr val="dk1"/>
                </a:solidFill>
                <a:latin typeface="Arial"/>
                <a:ea typeface="Arial"/>
                <a:cs typeface="Arial"/>
                <a:sym typeface="Arial"/>
              </a:rPr>
              <a:t>Listwise KL</a:t>
            </a:r>
            <a:endParaRPr/>
          </a:p>
        </p:txBody>
      </p:sp>
      <p:sp>
        <p:nvSpPr>
          <p:cNvPr id="352" name="Google Shape;352;p18"/>
          <p:cNvSpPr txBox="1"/>
          <p:nvPr/>
        </p:nvSpPr>
        <p:spPr>
          <a:xfrm>
            <a:off x="6407080" y="1523640"/>
            <a:ext cx="5578417" cy="5232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400">
                <a:solidFill>
                  <a:schemeClr val="dk1"/>
                </a:solidFill>
                <a:latin typeface="Arial"/>
                <a:ea typeface="Arial"/>
                <a:cs typeface="Arial"/>
                <a:sym typeface="Arial"/>
              </a:rPr>
              <a:t>Ép phân phối điểm của student giống teacher trên toàn bộ candidate</a:t>
            </a:r>
            <a:endParaRPr/>
          </a:p>
          <a:p>
            <a:pPr indent="0" lvl="0" marL="0" marR="0" rtl="0" algn="l">
              <a:spcBef>
                <a:spcPts val="0"/>
              </a:spcBef>
              <a:spcAft>
                <a:spcPts val="0"/>
              </a:spcAft>
              <a:buNone/>
            </a:pPr>
            <a:r>
              <a:t/>
            </a:r>
            <a:endParaRPr sz="1400">
              <a:solidFill>
                <a:schemeClr val="dk1"/>
              </a:solidFill>
              <a:latin typeface="Arial"/>
              <a:ea typeface="Arial"/>
              <a:cs typeface="Arial"/>
              <a:sym typeface="Arial"/>
            </a:endParaRPr>
          </a:p>
        </p:txBody>
      </p:sp>
      <p:sp>
        <p:nvSpPr>
          <p:cNvPr id="353" name="Google Shape;353;p18"/>
          <p:cNvSpPr txBox="1"/>
          <p:nvPr/>
        </p:nvSpPr>
        <p:spPr>
          <a:xfrm>
            <a:off x="425569" y="2435165"/>
            <a:ext cx="1299713" cy="30777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400">
                <a:solidFill>
                  <a:schemeClr val="dk1"/>
                </a:solidFill>
                <a:latin typeface="Arial"/>
                <a:ea typeface="Arial"/>
                <a:cs typeface="Arial"/>
                <a:sym typeface="Arial"/>
              </a:rPr>
              <a:t>Margin-MSE</a:t>
            </a:r>
            <a:endParaRPr/>
          </a:p>
        </p:txBody>
      </p:sp>
      <p:pic>
        <p:nvPicPr>
          <p:cNvPr id="354" name="Google Shape;354;p18"/>
          <p:cNvPicPr preferRelativeResize="0"/>
          <p:nvPr/>
        </p:nvPicPr>
        <p:blipFill rotWithShape="1">
          <a:blip r:embed="rId4">
            <a:alphaModFix/>
          </a:blip>
          <a:srcRect b="0" l="0" r="0" t="0"/>
          <a:stretch/>
        </p:blipFill>
        <p:spPr>
          <a:xfrm>
            <a:off x="2149966" y="2250913"/>
            <a:ext cx="3619526" cy="676280"/>
          </a:xfrm>
          <a:prstGeom prst="rect">
            <a:avLst/>
          </a:prstGeom>
          <a:noFill/>
          <a:ln>
            <a:noFill/>
          </a:ln>
        </p:spPr>
      </p:pic>
      <p:sp>
        <p:nvSpPr>
          <p:cNvPr id="355" name="Google Shape;355;p18"/>
          <p:cNvSpPr txBox="1"/>
          <p:nvPr/>
        </p:nvSpPr>
        <p:spPr>
          <a:xfrm>
            <a:off x="5987263" y="2375198"/>
            <a:ext cx="6096000" cy="30777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400">
                <a:solidFill>
                  <a:schemeClr val="dk1"/>
                </a:solidFill>
                <a:latin typeface="Arial"/>
                <a:ea typeface="Arial"/>
                <a:cs typeface="Arial"/>
                <a:sym typeface="Arial"/>
              </a:rPr>
              <a:t>Ép student học khoảng cách điểm giữa positive và negative giống teacher</a:t>
            </a:r>
            <a:endParaRPr/>
          </a:p>
        </p:txBody>
      </p:sp>
      <p:sp>
        <p:nvSpPr>
          <p:cNvPr id="356" name="Google Shape;356;p18"/>
          <p:cNvSpPr txBox="1"/>
          <p:nvPr/>
        </p:nvSpPr>
        <p:spPr>
          <a:xfrm>
            <a:off x="552090" y="3199844"/>
            <a:ext cx="908649" cy="30777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400">
                <a:solidFill>
                  <a:schemeClr val="dk1"/>
                </a:solidFill>
                <a:latin typeface="Arial"/>
                <a:ea typeface="Arial"/>
                <a:cs typeface="Arial"/>
                <a:sym typeface="Arial"/>
              </a:rPr>
              <a:t>RankNet</a:t>
            </a:r>
            <a:endParaRPr b="1" sz="1400">
              <a:solidFill>
                <a:schemeClr val="dk1"/>
              </a:solidFill>
              <a:latin typeface="Arial"/>
              <a:ea typeface="Arial"/>
              <a:cs typeface="Arial"/>
              <a:sym typeface="Arial"/>
            </a:endParaRPr>
          </a:p>
        </p:txBody>
      </p:sp>
      <p:pic>
        <p:nvPicPr>
          <p:cNvPr id="357" name="Google Shape;357;p18"/>
          <p:cNvPicPr preferRelativeResize="0"/>
          <p:nvPr/>
        </p:nvPicPr>
        <p:blipFill rotWithShape="1">
          <a:blip r:embed="rId5">
            <a:alphaModFix/>
          </a:blip>
          <a:srcRect b="0" l="0" r="0" t="0"/>
          <a:stretch/>
        </p:blipFill>
        <p:spPr>
          <a:xfrm>
            <a:off x="2025548" y="3097322"/>
            <a:ext cx="4381532" cy="1333510"/>
          </a:xfrm>
          <a:prstGeom prst="rect">
            <a:avLst/>
          </a:prstGeom>
          <a:noFill/>
          <a:ln>
            <a:noFill/>
          </a:ln>
        </p:spPr>
      </p:pic>
      <p:sp>
        <p:nvSpPr>
          <p:cNvPr id="358" name="Google Shape;358;p18"/>
          <p:cNvSpPr txBox="1"/>
          <p:nvPr/>
        </p:nvSpPr>
        <p:spPr>
          <a:xfrm>
            <a:off x="6407080" y="3085820"/>
            <a:ext cx="6096000" cy="30777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400">
                <a:solidFill>
                  <a:schemeClr val="dk1"/>
                </a:solidFill>
                <a:latin typeface="Arial"/>
                <a:ea typeface="Arial"/>
                <a:cs typeface="Arial"/>
                <a:sym typeface="Arial"/>
              </a:rPr>
              <a:t>Học quan hệ cặp: candidate tốt phải có điểm cao hơn candidate kém</a:t>
            </a:r>
            <a:endParaRPr sz="1400">
              <a:solidFill>
                <a:schemeClr val="dk1"/>
              </a:solidFill>
              <a:latin typeface="Arial"/>
              <a:ea typeface="Arial"/>
              <a:cs typeface="Arial"/>
              <a:sym typeface="Arial"/>
            </a:endParaRPr>
          </a:p>
        </p:txBody>
      </p:sp>
      <p:sp>
        <p:nvSpPr>
          <p:cNvPr id="359" name="Google Shape;359;p18"/>
          <p:cNvSpPr txBox="1"/>
          <p:nvPr/>
        </p:nvSpPr>
        <p:spPr>
          <a:xfrm>
            <a:off x="497337" y="4917331"/>
            <a:ext cx="1015041" cy="30777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400">
                <a:solidFill>
                  <a:schemeClr val="dk1"/>
                </a:solidFill>
                <a:latin typeface="Arial"/>
                <a:ea typeface="Arial"/>
                <a:cs typeface="Arial"/>
                <a:sym typeface="Arial"/>
              </a:rPr>
              <a:t>ADR-MSE</a:t>
            </a:r>
            <a:endParaRPr/>
          </a:p>
        </p:txBody>
      </p:sp>
      <p:pic>
        <p:nvPicPr>
          <p:cNvPr id="360" name="Google Shape;360;p18"/>
          <p:cNvPicPr preferRelativeResize="0"/>
          <p:nvPr/>
        </p:nvPicPr>
        <p:blipFill rotWithShape="1">
          <a:blip r:embed="rId6">
            <a:alphaModFix/>
          </a:blip>
          <a:srcRect b="0" l="0" r="0" t="0"/>
          <a:stretch/>
        </p:blipFill>
        <p:spPr>
          <a:xfrm>
            <a:off x="1899154" y="4804517"/>
            <a:ext cx="1343035" cy="533404"/>
          </a:xfrm>
          <a:prstGeom prst="rect">
            <a:avLst/>
          </a:prstGeom>
          <a:noFill/>
          <a:ln>
            <a:noFill/>
          </a:ln>
        </p:spPr>
      </p:pic>
      <p:pic>
        <p:nvPicPr>
          <p:cNvPr id="361" name="Google Shape;361;p18"/>
          <p:cNvPicPr preferRelativeResize="0"/>
          <p:nvPr/>
        </p:nvPicPr>
        <p:blipFill rotWithShape="1">
          <a:blip r:embed="rId7">
            <a:alphaModFix/>
          </a:blip>
          <a:srcRect b="0" l="0" r="0" t="0"/>
          <a:stretch/>
        </p:blipFill>
        <p:spPr>
          <a:xfrm>
            <a:off x="3578366" y="4477519"/>
            <a:ext cx="2133616" cy="1514486"/>
          </a:xfrm>
          <a:prstGeom prst="rect">
            <a:avLst/>
          </a:prstGeom>
          <a:noFill/>
          <a:ln>
            <a:noFill/>
          </a:ln>
        </p:spPr>
      </p:pic>
      <p:sp>
        <p:nvSpPr>
          <p:cNvPr id="362" name="Google Shape;362;p18"/>
          <p:cNvSpPr txBox="1"/>
          <p:nvPr/>
        </p:nvSpPr>
        <p:spPr>
          <a:xfrm>
            <a:off x="6095880" y="4914894"/>
            <a:ext cx="6251274" cy="30777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400">
                <a:solidFill>
                  <a:schemeClr val="dk1"/>
                </a:solidFill>
                <a:latin typeface="Arial"/>
                <a:ea typeface="Arial"/>
                <a:cs typeface="Arial"/>
                <a:sym typeface="Arial"/>
              </a:rPr>
              <a:t>Học theo thứ hạng teacher, phạt mạnh hơn khi sai ở các vị trí quan trọng</a:t>
            </a:r>
            <a:endParaRPr sz="1400">
              <a:solidFill>
                <a:schemeClr val="dk1"/>
              </a:solidFill>
              <a:latin typeface="Arial"/>
              <a:ea typeface="Arial"/>
              <a:cs typeface="Arial"/>
              <a:sym typeface="Arial"/>
            </a:endParaRPr>
          </a:p>
        </p:txBody>
      </p:sp>
      <p:sp>
        <p:nvSpPr>
          <p:cNvPr id="363" name="Google Shape;363;p18"/>
          <p:cNvSpPr txBox="1"/>
          <p:nvPr/>
        </p:nvSpPr>
        <p:spPr>
          <a:xfrm>
            <a:off x="11684000" y="6540500"/>
            <a:ext cx="381000" cy="190500"/>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lang="en-US" sz="1000">
                <a:solidFill>
                  <a:srgbClr val="505050"/>
                </a:solidFill>
                <a:latin typeface="Arial"/>
                <a:ea typeface="Arial"/>
                <a:cs typeface="Arial"/>
                <a:sym typeface="Arial"/>
              </a:rPr>
              <a:t>19</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7" name="Shape 367"/>
        <p:cNvGrpSpPr/>
        <p:nvPr/>
      </p:nvGrpSpPr>
      <p:grpSpPr>
        <a:xfrm>
          <a:off x="0" y="0"/>
          <a:ext cx="0" cy="0"/>
          <a:chOff x="0" y="0"/>
          <a:chExt cx="0" cy="0"/>
        </a:xfrm>
      </p:grpSpPr>
      <p:sp>
        <p:nvSpPr>
          <p:cNvPr id="368" name="Google Shape;368;p17"/>
          <p:cNvSpPr txBox="1"/>
          <p:nvPr/>
        </p:nvSpPr>
        <p:spPr>
          <a:xfrm>
            <a:off x="338760" y="112680"/>
            <a:ext cx="11514240" cy="435600"/>
          </a:xfrm>
          <a:prstGeom prst="rect">
            <a:avLst/>
          </a:prstGeom>
          <a:noFill/>
          <a:ln>
            <a:noFill/>
          </a:ln>
        </p:spPr>
        <p:txBody>
          <a:bodyPr anchorCtr="0" anchor="t" bIns="45000" lIns="90000" spcFirstLastPara="1" rIns="90000" wrap="square" tIns="45000">
            <a:noAutofit/>
          </a:bodyPr>
          <a:lstStyle/>
          <a:p>
            <a:pPr indent="0" lvl="0" marL="0" marR="0" rtl="0" algn="l">
              <a:spcBef>
                <a:spcPts val="0"/>
              </a:spcBef>
              <a:spcAft>
                <a:spcPts val="0"/>
              </a:spcAft>
              <a:buNone/>
            </a:pPr>
            <a:r>
              <a:rPr lang="en-US" sz="2800">
                <a:solidFill>
                  <a:schemeClr val="lt1"/>
                </a:solidFill>
                <a:latin typeface="Arial"/>
                <a:ea typeface="Arial"/>
                <a:cs typeface="Arial"/>
                <a:sym typeface="Arial"/>
              </a:rPr>
              <a:t>3. Giải pháp đề xuất</a:t>
            </a:r>
            <a:endParaRPr sz="2800">
              <a:solidFill>
                <a:schemeClr val="lt1"/>
              </a:solidFill>
              <a:latin typeface="Arial"/>
              <a:ea typeface="Arial"/>
              <a:cs typeface="Arial"/>
              <a:sym typeface="Arial"/>
            </a:endParaRPr>
          </a:p>
        </p:txBody>
      </p:sp>
      <p:sp>
        <p:nvSpPr>
          <p:cNvPr id="369" name="Google Shape;369;p17"/>
          <p:cNvSpPr/>
          <p:nvPr/>
        </p:nvSpPr>
        <p:spPr>
          <a:xfrm>
            <a:off x="377838" y="1225872"/>
            <a:ext cx="3520440" cy="4901184"/>
          </a:xfrm>
          <a:prstGeom prst="roundRect">
            <a:avLst>
              <a:gd fmla="val 2597" name="adj"/>
            </a:avLst>
          </a:prstGeom>
          <a:solidFill>
            <a:srgbClr val="FFFFFF"/>
          </a:solidFill>
          <a:ln cap="flat" cmpd="sng" w="10150">
            <a:solidFill>
              <a:srgbClr val="D9E4EE">
                <a:alpha val="90196"/>
              </a:srgbClr>
            </a:solidFill>
            <a:prstDash val="solid"/>
            <a:round/>
            <a:headEnd len="sm" w="sm" type="none"/>
            <a:tailEnd len="sm" w="sm" type="none"/>
          </a:ln>
          <a:effectLst>
            <a:outerShdw blurRad="12700" rotWithShape="0" algn="bl" dir="2700000" dist="50800">
              <a:srgbClr val="B7C4D1">
                <a:alpha val="14901"/>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370" name="Google Shape;370;p17"/>
          <p:cNvSpPr/>
          <p:nvPr/>
        </p:nvSpPr>
        <p:spPr>
          <a:xfrm>
            <a:off x="4017150" y="1225872"/>
            <a:ext cx="4224528" cy="4901184"/>
          </a:xfrm>
          <a:prstGeom prst="roundRect">
            <a:avLst>
              <a:gd fmla="val 2165" name="adj"/>
            </a:avLst>
          </a:prstGeom>
          <a:solidFill>
            <a:srgbClr val="FFFFFF"/>
          </a:solidFill>
          <a:ln cap="flat" cmpd="sng" w="10150">
            <a:solidFill>
              <a:srgbClr val="D9E4EE">
                <a:alpha val="90196"/>
              </a:srgbClr>
            </a:solidFill>
            <a:prstDash val="solid"/>
            <a:round/>
            <a:headEnd len="sm" w="sm" type="none"/>
            <a:tailEnd len="sm" w="sm" type="none"/>
          </a:ln>
          <a:effectLst>
            <a:outerShdw blurRad="12700" rotWithShape="0" algn="bl" dir="2700000" dist="50800">
              <a:srgbClr val="B7C4D1">
                <a:alpha val="14901"/>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371" name="Google Shape;371;p17"/>
          <p:cNvSpPr/>
          <p:nvPr/>
        </p:nvSpPr>
        <p:spPr>
          <a:xfrm>
            <a:off x="8360550" y="1225872"/>
            <a:ext cx="3657600" cy="4901184"/>
          </a:xfrm>
          <a:prstGeom prst="roundRect">
            <a:avLst>
              <a:gd fmla="val 2500" name="adj"/>
            </a:avLst>
          </a:prstGeom>
          <a:solidFill>
            <a:srgbClr val="FFFFFF"/>
          </a:solidFill>
          <a:ln cap="flat" cmpd="sng" w="10150">
            <a:solidFill>
              <a:srgbClr val="D9E4EE">
                <a:alpha val="90196"/>
              </a:srgbClr>
            </a:solidFill>
            <a:prstDash val="solid"/>
            <a:round/>
            <a:headEnd len="sm" w="sm" type="none"/>
            <a:tailEnd len="sm" w="sm" type="none"/>
          </a:ln>
          <a:effectLst>
            <a:outerShdw blurRad="12700" rotWithShape="0" algn="bl" dir="2700000" dist="50800">
              <a:srgbClr val="B7C4D1">
                <a:alpha val="14901"/>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372" name="Google Shape;372;p17"/>
          <p:cNvSpPr/>
          <p:nvPr/>
        </p:nvSpPr>
        <p:spPr>
          <a:xfrm>
            <a:off x="661302" y="1344744"/>
            <a:ext cx="512064" cy="512064"/>
          </a:xfrm>
          <a:prstGeom prst="ellipse">
            <a:avLst/>
          </a:prstGeom>
          <a:solidFill>
            <a:srgbClr val="E7F2F3"/>
          </a:solidFill>
          <a:ln cap="flat" cmpd="sng" w="9525">
            <a:solidFill>
              <a:srgbClr val="CDE0E5"/>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373" name="Google Shape;373;p17"/>
          <p:cNvSpPr/>
          <p:nvPr/>
        </p:nvSpPr>
        <p:spPr>
          <a:xfrm>
            <a:off x="661302" y="1354985"/>
            <a:ext cx="512064" cy="471099"/>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102D4A"/>
              </a:buClr>
              <a:buSzPts val="1800"/>
              <a:buFont typeface="Arial"/>
              <a:buNone/>
            </a:pPr>
            <a:r>
              <a:rPr b="1" lang="en-US" sz="1800">
                <a:solidFill>
                  <a:srgbClr val="102D4A"/>
                </a:solidFill>
                <a:latin typeface="Arial"/>
                <a:ea typeface="Arial"/>
                <a:cs typeface="Arial"/>
                <a:sym typeface="Arial"/>
              </a:rPr>
              <a:t>▣</a:t>
            </a:r>
            <a:endParaRPr sz="1800">
              <a:solidFill>
                <a:schemeClr val="dk1"/>
              </a:solidFill>
              <a:latin typeface="Arial"/>
              <a:ea typeface="Arial"/>
              <a:cs typeface="Arial"/>
              <a:sym typeface="Arial"/>
            </a:endParaRPr>
          </a:p>
        </p:txBody>
      </p:sp>
      <p:sp>
        <p:nvSpPr>
          <p:cNvPr id="374" name="Google Shape;374;p17"/>
          <p:cNvSpPr/>
          <p:nvPr/>
        </p:nvSpPr>
        <p:spPr>
          <a:xfrm>
            <a:off x="1337958" y="1372176"/>
            <a:ext cx="2103120" cy="347472"/>
          </a:xfrm>
          <a:prstGeom prst="rect">
            <a:avLst/>
          </a:prstGeom>
          <a:noFill/>
          <a:ln>
            <a:noFill/>
          </a:ln>
        </p:spPr>
        <p:txBody>
          <a:bodyPr anchorCtr="0" anchor="ctr" bIns="375" lIns="375" spcFirstLastPara="1" rIns="375" wrap="square" tIns="375">
            <a:normAutofit/>
          </a:bodyPr>
          <a:lstStyle/>
          <a:p>
            <a:pPr indent="0" lvl="0" marL="0" marR="0" rtl="0" algn="l">
              <a:spcBef>
                <a:spcPts val="0"/>
              </a:spcBef>
              <a:spcAft>
                <a:spcPts val="0"/>
              </a:spcAft>
              <a:buClr>
                <a:srgbClr val="0E2540"/>
              </a:buClr>
              <a:buSzPts val="2100"/>
              <a:buFont typeface="Play"/>
              <a:buNone/>
            </a:pPr>
            <a:r>
              <a:rPr b="1" lang="en-US" sz="2100">
                <a:solidFill>
                  <a:srgbClr val="0E2540"/>
                </a:solidFill>
                <a:latin typeface="Play"/>
                <a:ea typeface="Play"/>
                <a:cs typeface="Play"/>
                <a:sym typeface="Play"/>
              </a:rPr>
              <a:t>Động cơ</a:t>
            </a:r>
            <a:endParaRPr sz="2100">
              <a:solidFill>
                <a:schemeClr val="dk1"/>
              </a:solidFill>
              <a:latin typeface="Arial"/>
              <a:ea typeface="Arial"/>
              <a:cs typeface="Arial"/>
              <a:sym typeface="Arial"/>
            </a:endParaRPr>
          </a:p>
        </p:txBody>
      </p:sp>
      <p:sp>
        <p:nvSpPr>
          <p:cNvPr id="375" name="Google Shape;375;p17"/>
          <p:cNvSpPr/>
          <p:nvPr/>
        </p:nvSpPr>
        <p:spPr>
          <a:xfrm>
            <a:off x="579006" y="1939104"/>
            <a:ext cx="146304" cy="228600"/>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0E2540"/>
              </a:buClr>
              <a:buSzPts val="1200"/>
              <a:buFont typeface="Arial"/>
              <a:buNone/>
            </a:pPr>
            <a:r>
              <a:rPr b="1" lang="en-US" sz="1200">
                <a:solidFill>
                  <a:srgbClr val="0E2540"/>
                </a:solidFill>
                <a:latin typeface="Arial"/>
                <a:ea typeface="Arial"/>
                <a:cs typeface="Arial"/>
                <a:sym typeface="Arial"/>
              </a:rPr>
              <a:t>•</a:t>
            </a:r>
            <a:endParaRPr sz="1200">
              <a:solidFill>
                <a:schemeClr val="dk1"/>
              </a:solidFill>
              <a:latin typeface="Arial"/>
              <a:ea typeface="Arial"/>
              <a:cs typeface="Arial"/>
              <a:sym typeface="Arial"/>
            </a:endParaRPr>
          </a:p>
        </p:txBody>
      </p:sp>
      <p:sp>
        <p:nvSpPr>
          <p:cNvPr id="376" name="Google Shape;376;p17"/>
          <p:cNvSpPr/>
          <p:nvPr/>
        </p:nvSpPr>
        <p:spPr>
          <a:xfrm>
            <a:off x="743598" y="1929960"/>
            <a:ext cx="2880360" cy="329184"/>
          </a:xfrm>
          <a:prstGeom prst="rect">
            <a:avLst/>
          </a:prstGeom>
          <a:noFill/>
          <a:ln>
            <a:noFill/>
          </a:ln>
        </p:spPr>
        <p:txBody>
          <a:bodyPr anchorCtr="0" anchor="t" bIns="125" lIns="125" spcFirstLastPara="1" rIns="125" wrap="square" tIns="125">
            <a:normAutofit/>
          </a:bodyPr>
          <a:lstStyle/>
          <a:p>
            <a:pPr indent="0" lvl="0" marL="0" marR="0" rtl="0" algn="l">
              <a:spcBef>
                <a:spcPts val="0"/>
              </a:spcBef>
              <a:spcAft>
                <a:spcPts val="0"/>
              </a:spcAft>
              <a:buClr>
                <a:srgbClr val="142238"/>
              </a:buClr>
              <a:buSzPts val="1040"/>
              <a:buFont typeface="Arial"/>
              <a:buNone/>
            </a:pPr>
            <a:r>
              <a:rPr lang="en-US" sz="1040">
                <a:solidFill>
                  <a:srgbClr val="142238"/>
                </a:solidFill>
                <a:latin typeface="Arial"/>
                <a:ea typeface="Arial"/>
                <a:cs typeface="Arial"/>
                <a:sym typeface="Arial"/>
              </a:rPr>
              <a:t>mmarco-mMiniLMv2 dùng từ vựng gốc</a:t>
            </a:r>
            <a:endParaRPr sz="1040">
              <a:solidFill>
                <a:schemeClr val="dk1"/>
              </a:solidFill>
              <a:latin typeface="Arial"/>
              <a:ea typeface="Arial"/>
              <a:cs typeface="Arial"/>
              <a:sym typeface="Arial"/>
            </a:endParaRPr>
          </a:p>
          <a:p>
            <a:pPr indent="0" lvl="0" marL="0" marR="0" rtl="0" algn="l">
              <a:spcBef>
                <a:spcPts val="0"/>
              </a:spcBef>
              <a:spcAft>
                <a:spcPts val="0"/>
              </a:spcAft>
              <a:buClr>
                <a:srgbClr val="142238"/>
              </a:buClr>
              <a:buSzPts val="1040"/>
              <a:buFont typeface="Arial"/>
              <a:buNone/>
            </a:pPr>
            <a:r>
              <a:rPr lang="en-US" sz="1040">
                <a:solidFill>
                  <a:srgbClr val="142238"/>
                </a:solidFill>
                <a:latin typeface="Arial"/>
                <a:ea typeface="Arial"/>
                <a:cs typeface="Arial"/>
                <a:sym typeface="Arial"/>
              </a:rPr>
              <a:t>XLM-R: 250,002 tokens cho 100 ngôn ngữ</a:t>
            </a:r>
            <a:endParaRPr sz="1040">
              <a:solidFill>
                <a:schemeClr val="dk1"/>
              </a:solidFill>
              <a:latin typeface="Arial"/>
              <a:ea typeface="Arial"/>
              <a:cs typeface="Arial"/>
              <a:sym typeface="Arial"/>
            </a:endParaRPr>
          </a:p>
        </p:txBody>
      </p:sp>
      <p:sp>
        <p:nvSpPr>
          <p:cNvPr id="377" name="Google Shape;377;p17"/>
          <p:cNvSpPr/>
          <p:nvPr/>
        </p:nvSpPr>
        <p:spPr>
          <a:xfrm>
            <a:off x="579006" y="2332296"/>
            <a:ext cx="146304" cy="228600"/>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0E2540"/>
              </a:buClr>
              <a:buSzPts val="1200"/>
              <a:buFont typeface="Arial"/>
              <a:buNone/>
            </a:pPr>
            <a:r>
              <a:rPr b="1" lang="en-US" sz="1200">
                <a:solidFill>
                  <a:srgbClr val="0E2540"/>
                </a:solidFill>
                <a:latin typeface="Arial"/>
                <a:ea typeface="Arial"/>
                <a:cs typeface="Arial"/>
                <a:sym typeface="Arial"/>
              </a:rPr>
              <a:t>•</a:t>
            </a:r>
            <a:endParaRPr sz="1200">
              <a:solidFill>
                <a:schemeClr val="dk1"/>
              </a:solidFill>
              <a:latin typeface="Arial"/>
              <a:ea typeface="Arial"/>
              <a:cs typeface="Arial"/>
              <a:sym typeface="Arial"/>
            </a:endParaRPr>
          </a:p>
        </p:txBody>
      </p:sp>
      <p:sp>
        <p:nvSpPr>
          <p:cNvPr id="378" name="Google Shape;378;p17"/>
          <p:cNvSpPr/>
          <p:nvPr/>
        </p:nvSpPr>
        <p:spPr>
          <a:xfrm>
            <a:off x="743598" y="2323152"/>
            <a:ext cx="2880360" cy="329184"/>
          </a:xfrm>
          <a:prstGeom prst="rect">
            <a:avLst/>
          </a:prstGeom>
          <a:noFill/>
          <a:ln>
            <a:noFill/>
          </a:ln>
        </p:spPr>
        <p:txBody>
          <a:bodyPr anchorCtr="0" anchor="t" bIns="125" lIns="125" spcFirstLastPara="1" rIns="125" wrap="square" tIns="125">
            <a:normAutofit/>
          </a:bodyPr>
          <a:lstStyle/>
          <a:p>
            <a:pPr indent="0" lvl="0" marL="0" marR="0" rtl="0" algn="l">
              <a:spcBef>
                <a:spcPts val="0"/>
              </a:spcBef>
              <a:spcAft>
                <a:spcPts val="0"/>
              </a:spcAft>
              <a:buClr>
                <a:srgbClr val="142238"/>
              </a:buClr>
              <a:buSzPts val="1040"/>
              <a:buFont typeface="Arial"/>
              <a:buNone/>
            </a:pPr>
            <a:r>
              <a:rPr lang="en-US" sz="1040">
                <a:solidFill>
                  <a:srgbClr val="142238"/>
                </a:solidFill>
                <a:latin typeface="Arial"/>
                <a:ea typeface="Arial"/>
                <a:cs typeface="Arial"/>
                <a:sym typeface="Arial"/>
              </a:rPr>
              <a:t>Embedding matrix: 250,002 × 384 ≈ 96M</a:t>
            </a:r>
            <a:endParaRPr sz="1040">
              <a:solidFill>
                <a:schemeClr val="dk1"/>
              </a:solidFill>
              <a:latin typeface="Arial"/>
              <a:ea typeface="Arial"/>
              <a:cs typeface="Arial"/>
              <a:sym typeface="Arial"/>
            </a:endParaRPr>
          </a:p>
          <a:p>
            <a:pPr indent="0" lvl="0" marL="0" marR="0" rtl="0" algn="l">
              <a:spcBef>
                <a:spcPts val="0"/>
              </a:spcBef>
              <a:spcAft>
                <a:spcPts val="0"/>
              </a:spcAft>
              <a:buClr>
                <a:srgbClr val="142238"/>
              </a:buClr>
              <a:buSzPts val="1040"/>
              <a:buFont typeface="Arial"/>
              <a:buNone/>
            </a:pPr>
            <a:r>
              <a:rPr lang="en-US" sz="1040">
                <a:solidFill>
                  <a:srgbClr val="142238"/>
                </a:solidFill>
                <a:latin typeface="Arial"/>
                <a:ea typeface="Arial"/>
                <a:cs typeface="Arial"/>
                <a:sym typeface="Arial"/>
              </a:rPr>
              <a:t>tham số</a:t>
            </a:r>
            <a:endParaRPr sz="1040">
              <a:solidFill>
                <a:schemeClr val="dk1"/>
              </a:solidFill>
              <a:latin typeface="Arial"/>
              <a:ea typeface="Arial"/>
              <a:cs typeface="Arial"/>
              <a:sym typeface="Arial"/>
            </a:endParaRPr>
          </a:p>
        </p:txBody>
      </p:sp>
      <p:sp>
        <p:nvSpPr>
          <p:cNvPr id="379" name="Google Shape;379;p17"/>
          <p:cNvSpPr/>
          <p:nvPr/>
        </p:nvSpPr>
        <p:spPr>
          <a:xfrm>
            <a:off x="579006" y="2725488"/>
            <a:ext cx="146304" cy="228600"/>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0E2540"/>
              </a:buClr>
              <a:buSzPts val="1200"/>
              <a:buFont typeface="Arial"/>
              <a:buNone/>
            </a:pPr>
            <a:r>
              <a:rPr b="1" lang="en-US" sz="1200">
                <a:solidFill>
                  <a:srgbClr val="0E2540"/>
                </a:solidFill>
                <a:latin typeface="Arial"/>
                <a:ea typeface="Arial"/>
                <a:cs typeface="Arial"/>
                <a:sym typeface="Arial"/>
              </a:rPr>
              <a:t>•</a:t>
            </a:r>
            <a:endParaRPr sz="1200">
              <a:solidFill>
                <a:schemeClr val="dk1"/>
              </a:solidFill>
              <a:latin typeface="Arial"/>
              <a:ea typeface="Arial"/>
              <a:cs typeface="Arial"/>
              <a:sym typeface="Arial"/>
            </a:endParaRPr>
          </a:p>
        </p:txBody>
      </p:sp>
      <p:sp>
        <p:nvSpPr>
          <p:cNvPr id="380" name="Google Shape;380;p17"/>
          <p:cNvSpPr/>
          <p:nvPr/>
        </p:nvSpPr>
        <p:spPr>
          <a:xfrm>
            <a:off x="743598" y="2716344"/>
            <a:ext cx="2880360" cy="329184"/>
          </a:xfrm>
          <a:prstGeom prst="rect">
            <a:avLst/>
          </a:prstGeom>
          <a:noFill/>
          <a:ln>
            <a:noFill/>
          </a:ln>
        </p:spPr>
        <p:txBody>
          <a:bodyPr anchorCtr="0" anchor="t" bIns="125" lIns="125" spcFirstLastPara="1" rIns="125" wrap="square" tIns="125">
            <a:normAutofit/>
          </a:bodyPr>
          <a:lstStyle/>
          <a:p>
            <a:pPr indent="0" lvl="0" marL="0" marR="0" rtl="0" algn="l">
              <a:spcBef>
                <a:spcPts val="0"/>
              </a:spcBef>
              <a:spcAft>
                <a:spcPts val="0"/>
              </a:spcAft>
              <a:buClr>
                <a:srgbClr val="142238"/>
              </a:buClr>
              <a:buSzPts val="1040"/>
              <a:buFont typeface="Arial"/>
              <a:buNone/>
            </a:pPr>
            <a:r>
              <a:rPr lang="en-US" sz="1040">
                <a:solidFill>
                  <a:srgbClr val="142238"/>
                </a:solidFill>
                <a:latin typeface="Arial"/>
                <a:ea typeface="Arial"/>
                <a:cs typeface="Arial"/>
                <a:sym typeface="Arial"/>
              </a:rPr>
              <a:t>Chiếm &gt; 80% tổng số tham số của mô hình</a:t>
            </a:r>
            <a:endParaRPr sz="1040">
              <a:solidFill>
                <a:schemeClr val="dk1"/>
              </a:solidFill>
              <a:latin typeface="Arial"/>
              <a:ea typeface="Arial"/>
              <a:cs typeface="Arial"/>
              <a:sym typeface="Arial"/>
            </a:endParaRPr>
          </a:p>
          <a:p>
            <a:pPr indent="0" lvl="0" marL="0" marR="0" rtl="0" algn="l">
              <a:spcBef>
                <a:spcPts val="0"/>
              </a:spcBef>
              <a:spcAft>
                <a:spcPts val="0"/>
              </a:spcAft>
              <a:buClr>
                <a:srgbClr val="142238"/>
              </a:buClr>
              <a:buSzPts val="1040"/>
              <a:buFont typeface="Arial"/>
              <a:buNone/>
            </a:pPr>
            <a:r>
              <a:rPr lang="en-US" sz="1040">
                <a:solidFill>
                  <a:srgbClr val="142238"/>
                </a:solidFill>
                <a:latin typeface="Arial"/>
                <a:ea typeface="Arial"/>
                <a:cs typeface="Arial"/>
                <a:sym typeface="Arial"/>
              </a:rPr>
              <a:t>(117.6M)</a:t>
            </a:r>
            <a:endParaRPr sz="1040">
              <a:solidFill>
                <a:schemeClr val="dk1"/>
              </a:solidFill>
              <a:latin typeface="Arial"/>
              <a:ea typeface="Arial"/>
              <a:cs typeface="Arial"/>
              <a:sym typeface="Arial"/>
            </a:endParaRPr>
          </a:p>
        </p:txBody>
      </p:sp>
      <p:sp>
        <p:nvSpPr>
          <p:cNvPr id="381" name="Google Shape;381;p17"/>
          <p:cNvSpPr/>
          <p:nvPr/>
        </p:nvSpPr>
        <p:spPr>
          <a:xfrm>
            <a:off x="579006" y="3118680"/>
            <a:ext cx="146304" cy="228600"/>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0E2540"/>
              </a:buClr>
              <a:buSzPts val="1200"/>
              <a:buFont typeface="Arial"/>
              <a:buNone/>
            </a:pPr>
            <a:r>
              <a:rPr b="1" lang="en-US" sz="1200">
                <a:solidFill>
                  <a:srgbClr val="0E2540"/>
                </a:solidFill>
                <a:latin typeface="Arial"/>
                <a:ea typeface="Arial"/>
                <a:cs typeface="Arial"/>
                <a:sym typeface="Arial"/>
              </a:rPr>
              <a:t>•</a:t>
            </a:r>
            <a:endParaRPr sz="1200">
              <a:solidFill>
                <a:schemeClr val="dk1"/>
              </a:solidFill>
              <a:latin typeface="Arial"/>
              <a:ea typeface="Arial"/>
              <a:cs typeface="Arial"/>
              <a:sym typeface="Arial"/>
            </a:endParaRPr>
          </a:p>
        </p:txBody>
      </p:sp>
      <p:sp>
        <p:nvSpPr>
          <p:cNvPr id="382" name="Google Shape;382;p17"/>
          <p:cNvSpPr/>
          <p:nvPr/>
        </p:nvSpPr>
        <p:spPr>
          <a:xfrm>
            <a:off x="743598" y="3109536"/>
            <a:ext cx="2880360" cy="329184"/>
          </a:xfrm>
          <a:prstGeom prst="rect">
            <a:avLst/>
          </a:prstGeom>
          <a:noFill/>
          <a:ln>
            <a:noFill/>
          </a:ln>
        </p:spPr>
        <p:txBody>
          <a:bodyPr anchorCtr="0" anchor="t" bIns="125" lIns="125" spcFirstLastPara="1" rIns="125" wrap="square" tIns="125">
            <a:normAutofit/>
          </a:bodyPr>
          <a:lstStyle/>
          <a:p>
            <a:pPr indent="0" lvl="0" marL="0" marR="0" rtl="0" algn="l">
              <a:spcBef>
                <a:spcPts val="0"/>
              </a:spcBef>
              <a:spcAft>
                <a:spcPts val="0"/>
              </a:spcAft>
              <a:buClr>
                <a:srgbClr val="142238"/>
              </a:buClr>
              <a:buSzPts val="1040"/>
              <a:buFont typeface="Arial"/>
              <a:buNone/>
            </a:pPr>
            <a:r>
              <a:rPr lang="en-US" sz="1040">
                <a:solidFill>
                  <a:srgbClr val="142238"/>
                </a:solidFill>
                <a:latin typeface="Arial"/>
                <a:ea typeface="Arial"/>
                <a:cs typeface="Arial"/>
                <a:sym typeface="Arial"/>
              </a:rPr>
              <a:t>Corpus của đồ án chỉ dùng tiếng Việt và</a:t>
            </a:r>
            <a:endParaRPr sz="1040">
              <a:solidFill>
                <a:schemeClr val="dk1"/>
              </a:solidFill>
              <a:latin typeface="Arial"/>
              <a:ea typeface="Arial"/>
              <a:cs typeface="Arial"/>
              <a:sym typeface="Arial"/>
            </a:endParaRPr>
          </a:p>
          <a:p>
            <a:pPr indent="0" lvl="0" marL="0" marR="0" rtl="0" algn="l">
              <a:spcBef>
                <a:spcPts val="0"/>
              </a:spcBef>
              <a:spcAft>
                <a:spcPts val="0"/>
              </a:spcAft>
              <a:buClr>
                <a:srgbClr val="142238"/>
              </a:buClr>
              <a:buSzPts val="1040"/>
              <a:buFont typeface="Arial"/>
              <a:buNone/>
            </a:pPr>
            <a:r>
              <a:rPr lang="en-US" sz="1040">
                <a:solidFill>
                  <a:srgbClr val="142238"/>
                </a:solidFill>
                <a:latin typeface="Arial"/>
                <a:ea typeface="Arial"/>
                <a:cs typeface="Arial"/>
                <a:sym typeface="Arial"/>
              </a:rPr>
              <a:t>tiếng Anh kỹ thuật</a:t>
            </a:r>
            <a:endParaRPr sz="1040">
              <a:solidFill>
                <a:schemeClr val="dk1"/>
              </a:solidFill>
              <a:latin typeface="Arial"/>
              <a:ea typeface="Arial"/>
              <a:cs typeface="Arial"/>
              <a:sym typeface="Arial"/>
            </a:endParaRPr>
          </a:p>
        </p:txBody>
      </p:sp>
      <p:sp>
        <p:nvSpPr>
          <p:cNvPr id="383" name="Google Shape;383;p17"/>
          <p:cNvSpPr/>
          <p:nvPr/>
        </p:nvSpPr>
        <p:spPr>
          <a:xfrm>
            <a:off x="579006" y="3511872"/>
            <a:ext cx="146304" cy="228600"/>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0E2540"/>
              </a:buClr>
              <a:buSzPts val="1200"/>
              <a:buFont typeface="Arial"/>
              <a:buNone/>
            </a:pPr>
            <a:r>
              <a:rPr b="1" lang="en-US" sz="1200">
                <a:solidFill>
                  <a:srgbClr val="0E2540"/>
                </a:solidFill>
                <a:latin typeface="Arial"/>
                <a:ea typeface="Arial"/>
                <a:cs typeface="Arial"/>
                <a:sym typeface="Arial"/>
              </a:rPr>
              <a:t>•</a:t>
            </a:r>
            <a:endParaRPr sz="1200">
              <a:solidFill>
                <a:schemeClr val="dk1"/>
              </a:solidFill>
              <a:latin typeface="Arial"/>
              <a:ea typeface="Arial"/>
              <a:cs typeface="Arial"/>
              <a:sym typeface="Arial"/>
            </a:endParaRPr>
          </a:p>
        </p:txBody>
      </p:sp>
      <p:sp>
        <p:nvSpPr>
          <p:cNvPr id="384" name="Google Shape;384;p17"/>
          <p:cNvSpPr/>
          <p:nvPr/>
        </p:nvSpPr>
        <p:spPr>
          <a:xfrm>
            <a:off x="743598" y="3502728"/>
            <a:ext cx="2880360" cy="329184"/>
          </a:xfrm>
          <a:prstGeom prst="rect">
            <a:avLst/>
          </a:prstGeom>
          <a:noFill/>
          <a:ln>
            <a:noFill/>
          </a:ln>
        </p:spPr>
        <p:txBody>
          <a:bodyPr anchorCtr="0" anchor="t" bIns="125" lIns="125" spcFirstLastPara="1" rIns="125" wrap="square" tIns="125">
            <a:normAutofit/>
          </a:bodyPr>
          <a:lstStyle/>
          <a:p>
            <a:pPr indent="0" lvl="0" marL="0" marR="0" rtl="0" algn="l">
              <a:spcBef>
                <a:spcPts val="0"/>
              </a:spcBef>
              <a:spcAft>
                <a:spcPts val="0"/>
              </a:spcAft>
              <a:buClr>
                <a:srgbClr val="142238"/>
              </a:buClr>
              <a:buSzPts val="1040"/>
              <a:buFont typeface="Arial"/>
              <a:buNone/>
            </a:pPr>
            <a:r>
              <a:rPr lang="en-US" sz="1040">
                <a:solidFill>
                  <a:srgbClr val="142238"/>
                </a:solidFill>
                <a:latin typeface="Arial"/>
                <a:ea typeface="Arial"/>
                <a:cs typeface="Arial"/>
                <a:sym typeface="Arial"/>
              </a:rPr>
              <a:t>Phần lớn token của các ngôn ngữ khác</a:t>
            </a:r>
            <a:endParaRPr sz="1040">
              <a:solidFill>
                <a:schemeClr val="dk1"/>
              </a:solidFill>
              <a:latin typeface="Arial"/>
              <a:ea typeface="Arial"/>
              <a:cs typeface="Arial"/>
              <a:sym typeface="Arial"/>
            </a:endParaRPr>
          </a:p>
          <a:p>
            <a:pPr indent="0" lvl="0" marL="0" marR="0" rtl="0" algn="l">
              <a:spcBef>
                <a:spcPts val="0"/>
              </a:spcBef>
              <a:spcAft>
                <a:spcPts val="0"/>
              </a:spcAft>
              <a:buClr>
                <a:srgbClr val="142238"/>
              </a:buClr>
              <a:buSzPts val="1040"/>
              <a:buFont typeface="Arial"/>
              <a:buNone/>
            </a:pPr>
            <a:r>
              <a:rPr lang="en-US" sz="1040">
                <a:solidFill>
                  <a:srgbClr val="142238"/>
                </a:solidFill>
                <a:latin typeface="Arial"/>
                <a:ea typeface="Arial"/>
                <a:cs typeface="Arial"/>
                <a:sym typeface="Arial"/>
              </a:rPr>
              <a:t>không bao giờ xuất hiện</a:t>
            </a:r>
            <a:endParaRPr sz="1040">
              <a:solidFill>
                <a:schemeClr val="dk1"/>
              </a:solidFill>
              <a:latin typeface="Arial"/>
              <a:ea typeface="Arial"/>
              <a:cs typeface="Arial"/>
              <a:sym typeface="Arial"/>
            </a:endParaRPr>
          </a:p>
        </p:txBody>
      </p:sp>
      <p:cxnSp>
        <p:nvCxnSpPr>
          <p:cNvPr id="385" name="Google Shape;385;p17"/>
          <p:cNvCxnSpPr/>
          <p:nvPr/>
        </p:nvCxnSpPr>
        <p:spPr>
          <a:xfrm>
            <a:off x="606438" y="3978216"/>
            <a:ext cx="2971800" cy="0"/>
          </a:xfrm>
          <a:prstGeom prst="straightConnector1">
            <a:avLst/>
          </a:prstGeom>
          <a:noFill/>
          <a:ln cap="flat" cmpd="sng" w="12700">
            <a:solidFill>
              <a:srgbClr val="D9E4EE"/>
            </a:solidFill>
            <a:prstDash val="solid"/>
            <a:round/>
            <a:headEnd len="sm" w="sm" type="none"/>
            <a:tailEnd len="sm" w="sm" type="none"/>
          </a:ln>
        </p:spPr>
      </p:cxnSp>
      <p:sp>
        <p:nvSpPr>
          <p:cNvPr id="386" name="Google Shape;386;p17"/>
          <p:cNvSpPr/>
          <p:nvPr/>
        </p:nvSpPr>
        <p:spPr>
          <a:xfrm>
            <a:off x="606438" y="4060512"/>
            <a:ext cx="2377440" cy="210312"/>
          </a:xfrm>
          <a:prstGeom prst="rect">
            <a:avLst/>
          </a:prstGeom>
          <a:noFill/>
          <a:ln>
            <a:noFill/>
          </a:ln>
        </p:spPr>
        <p:txBody>
          <a:bodyPr anchorCtr="0" anchor="ctr" bIns="375" lIns="375" spcFirstLastPara="1" rIns="375" wrap="square" tIns="375">
            <a:normAutofit/>
          </a:bodyPr>
          <a:lstStyle/>
          <a:p>
            <a:pPr indent="0" lvl="0" marL="0" marR="0" rtl="0" algn="l">
              <a:spcBef>
                <a:spcPts val="0"/>
              </a:spcBef>
              <a:spcAft>
                <a:spcPts val="0"/>
              </a:spcAft>
              <a:buClr>
                <a:srgbClr val="0E2540"/>
              </a:buClr>
              <a:buSzPts val="1140"/>
              <a:buFont typeface="Arial"/>
              <a:buNone/>
            </a:pPr>
            <a:r>
              <a:rPr b="1" lang="en-US" sz="1140">
                <a:solidFill>
                  <a:srgbClr val="0E2540"/>
                </a:solidFill>
                <a:latin typeface="Arial"/>
                <a:ea typeface="Arial"/>
                <a:cs typeface="Arial"/>
                <a:sym typeface="Arial"/>
              </a:rPr>
              <a:t>Cơ cấu tham số (xấp xỉ)</a:t>
            </a:r>
            <a:endParaRPr sz="1140">
              <a:solidFill>
                <a:schemeClr val="dk1"/>
              </a:solidFill>
              <a:latin typeface="Arial"/>
              <a:ea typeface="Arial"/>
              <a:cs typeface="Arial"/>
              <a:sym typeface="Arial"/>
            </a:endParaRPr>
          </a:p>
        </p:txBody>
      </p:sp>
      <p:cxnSp>
        <p:nvCxnSpPr>
          <p:cNvPr id="387" name="Google Shape;387;p17"/>
          <p:cNvCxnSpPr/>
          <p:nvPr/>
        </p:nvCxnSpPr>
        <p:spPr>
          <a:xfrm>
            <a:off x="1182510" y="4362264"/>
            <a:ext cx="0" cy="1444752"/>
          </a:xfrm>
          <a:prstGeom prst="straightConnector1">
            <a:avLst/>
          </a:prstGeom>
          <a:noFill/>
          <a:ln cap="flat" cmpd="sng" w="16500">
            <a:solidFill>
              <a:srgbClr val="0D8F86"/>
            </a:solidFill>
            <a:prstDash val="solid"/>
            <a:round/>
            <a:headEnd len="sm" w="sm" type="none"/>
            <a:tailEnd len="sm" w="sm" type="none"/>
          </a:ln>
        </p:spPr>
      </p:cxnSp>
      <p:cxnSp>
        <p:nvCxnSpPr>
          <p:cNvPr id="388" name="Google Shape;388;p17"/>
          <p:cNvCxnSpPr/>
          <p:nvPr/>
        </p:nvCxnSpPr>
        <p:spPr>
          <a:xfrm>
            <a:off x="1182510" y="4362264"/>
            <a:ext cx="137160" cy="0"/>
          </a:xfrm>
          <a:prstGeom prst="straightConnector1">
            <a:avLst/>
          </a:prstGeom>
          <a:noFill/>
          <a:ln cap="flat" cmpd="sng" w="15225">
            <a:solidFill>
              <a:srgbClr val="0D8F86"/>
            </a:solidFill>
            <a:prstDash val="solid"/>
            <a:round/>
            <a:headEnd len="sm" w="sm" type="none"/>
            <a:tailEnd len="sm" w="sm" type="none"/>
          </a:ln>
        </p:spPr>
      </p:cxnSp>
      <p:cxnSp>
        <p:nvCxnSpPr>
          <p:cNvPr id="389" name="Google Shape;389;p17"/>
          <p:cNvCxnSpPr/>
          <p:nvPr/>
        </p:nvCxnSpPr>
        <p:spPr>
          <a:xfrm>
            <a:off x="1182510" y="5724720"/>
            <a:ext cx="137160" cy="0"/>
          </a:xfrm>
          <a:prstGeom prst="straightConnector1">
            <a:avLst/>
          </a:prstGeom>
          <a:noFill/>
          <a:ln cap="flat" cmpd="sng" w="15225">
            <a:solidFill>
              <a:srgbClr val="0D8F86"/>
            </a:solidFill>
            <a:prstDash val="solid"/>
            <a:round/>
            <a:headEnd len="sm" w="sm" type="none"/>
            <a:tailEnd len="sm" w="sm" type="none"/>
          </a:ln>
        </p:spPr>
      </p:cxnSp>
      <p:sp>
        <p:nvSpPr>
          <p:cNvPr id="390" name="Google Shape;390;p17"/>
          <p:cNvSpPr/>
          <p:nvPr/>
        </p:nvSpPr>
        <p:spPr>
          <a:xfrm>
            <a:off x="560718" y="4920048"/>
            <a:ext cx="594360" cy="420624"/>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142238"/>
              </a:buClr>
              <a:buSzPts val="1100"/>
              <a:buFont typeface="Arial"/>
              <a:buNone/>
            </a:pPr>
            <a:r>
              <a:rPr b="1" lang="en-US" sz="1100">
                <a:solidFill>
                  <a:srgbClr val="142238"/>
                </a:solidFill>
                <a:latin typeface="Arial"/>
                <a:ea typeface="Arial"/>
                <a:cs typeface="Arial"/>
                <a:sym typeface="Arial"/>
              </a:rPr>
              <a:t>117.6M</a:t>
            </a:r>
            <a:endParaRPr sz="1100">
              <a:solidFill>
                <a:schemeClr val="dk1"/>
              </a:solidFill>
              <a:latin typeface="Arial"/>
              <a:ea typeface="Arial"/>
              <a:cs typeface="Arial"/>
              <a:sym typeface="Arial"/>
            </a:endParaRPr>
          </a:p>
          <a:p>
            <a:pPr indent="0" lvl="0" marL="0" marR="0" rtl="0" algn="ctr">
              <a:spcBef>
                <a:spcPts val="0"/>
              </a:spcBef>
              <a:spcAft>
                <a:spcPts val="0"/>
              </a:spcAft>
              <a:buClr>
                <a:srgbClr val="142238"/>
              </a:buClr>
              <a:buSzPts val="1100"/>
              <a:buFont typeface="Arial"/>
              <a:buNone/>
            </a:pPr>
            <a:r>
              <a:rPr b="1" lang="en-US" sz="1100">
                <a:solidFill>
                  <a:srgbClr val="142238"/>
                </a:solidFill>
                <a:latin typeface="Arial"/>
                <a:ea typeface="Arial"/>
                <a:cs typeface="Arial"/>
                <a:sym typeface="Arial"/>
              </a:rPr>
              <a:t>tham số</a:t>
            </a:r>
            <a:endParaRPr sz="1100">
              <a:solidFill>
                <a:schemeClr val="dk1"/>
              </a:solidFill>
              <a:latin typeface="Arial"/>
              <a:ea typeface="Arial"/>
              <a:cs typeface="Arial"/>
              <a:sym typeface="Arial"/>
            </a:endParaRPr>
          </a:p>
        </p:txBody>
      </p:sp>
      <p:sp>
        <p:nvSpPr>
          <p:cNvPr id="391" name="Google Shape;391;p17"/>
          <p:cNvSpPr/>
          <p:nvPr/>
        </p:nvSpPr>
        <p:spPr>
          <a:xfrm>
            <a:off x="1401966" y="4325688"/>
            <a:ext cx="841248" cy="1536192"/>
          </a:xfrm>
          <a:prstGeom prst="roundRect">
            <a:avLst>
              <a:gd fmla="val 4348" name="adj"/>
            </a:avLst>
          </a:prstGeom>
          <a:solidFill>
            <a:srgbClr val="0D8F86"/>
          </a:solidFill>
          <a:ln cap="flat" cmpd="sng" w="12700">
            <a:solidFill>
              <a:srgbClr val="0D8F86"/>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392" name="Google Shape;392;p17"/>
          <p:cNvSpPr/>
          <p:nvPr/>
        </p:nvSpPr>
        <p:spPr>
          <a:xfrm>
            <a:off x="1401966" y="4325688"/>
            <a:ext cx="841248" cy="329184"/>
          </a:xfrm>
          <a:prstGeom prst="rect">
            <a:avLst/>
          </a:prstGeom>
          <a:solidFill>
            <a:srgbClr val="0E2540"/>
          </a:solidFill>
          <a:ln cap="flat" cmpd="sng" w="12700">
            <a:solidFill>
              <a:srgbClr val="0E254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cxnSp>
        <p:nvCxnSpPr>
          <p:cNvPr id="393" name="Google Shape;393;p17"/>
          <p:cNvCxnSpPr/>
          <p:nvPr/>
        </p:nvCxnSpPr>
        <p:spPr>
          <a:xfrm>
            <a:off x="2243214" y="4490280"/>
            <a:ext cx="347472" cy="0"/>
          </a:xfrm>
          <a:prstGeom prst="straightConnector1">
            <a:avLst/>
          </a:prstGeom>
          <a:noFill/>
          <a:ln cap="flat" cmpd="sng" w="12700">
            <a:solidFill>
              <a:srgbClr val="0E2540"/>
            </a:solidFill>
            <a:prstDash val="solid"/>
            <a:round/>
            <a:headEnd len="sm" w="sm" type="none"/>
            <a:tailEnd len="sm" w="sm" type="none"/>
          </a:ln>
        </p:spPr>
      </p:cxnSp>
      <p:sp>
        <p:nvSpPr>
          <p:cNvPr id="394" name="Google Shape;394;p17"/>
          <p:cNvSpPr/>
          <p:nvPr/>
        </p:nvSpPr>
        <p:spPr>
          <a:xfrm>
            <a:off x="2618118" y="4343976"/>
            <a:ext cx="960120" cy="658368"/>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142238"/>
              </a:buClr>
              <a:buSzPts val="839"/>
              <a:buFont typeface="Arial"/>
              <a:buNone/>
            </a:pPr>
            <a:r>
              <a:rPr lang="en-US" sz="840">
                <a:solidFill>
                  <a:srgbClr val="142238"/>
                </a:solidFill>
                <a:latin typeface="Arial"/>
                <a:ea typeface="Arial"/>
                <a:cs typeface="Arial"/>
                <a:sym typeface="Arial"/>
              </a:rPr>
              <a:t>≈ 21.6M</a:t>
            </a:r>
            <a:endParaRPr sz="840">
              <a:solidFill>
                <a:schemeClr val="dk1"/>
              </a:solidFill>
              <a:latin typeface="Arial"/>
              <a:ea typeface="Arial"/>
              <a:cs typeface="Arial"/>
              <a:sym typeface="Arial"/>
            </a:endParaRPr>
          </a:p>
          <a:p>
            <a:pPr indent="0" lvl="0" marL="0" marR="0" rtl="0" algn="l">
              <a:spcBef>
                <a:spcPts val="0"/>
              </a:spcBef>
              <a:spcAft>
                <a:spcPts val="0"/>
              </a:spcAft>
              <a:buClr>
                <a:srgbClr val="142238"/>
              </a:buClr>
              <a:buSzPts val="839"/>
              <a:buFont typeface="Arial"/>
              <a:buNone/>
            </a:pPr>
            <a:r>
              <a:rPr lang="en-US" sz="840">
                <a:solidFill>
                  <a:srgbClr val="142238"/>
                </a:solidFill>
                <a:latin typeface="Arial"/>
                <a:ea typeface="Arial"/>
                <a:cs typeface="Arial"/>
                <a:sym typeface="Arial"/>
              </a:rPr>
              <a:t>(Các thành phần khác:</a:t>
            </a:r>
            <a:endParaRPr sz="840">
              <a:solidFill>
                <a:schemeClr val="dk1"/>
              </a:solidFill>
              <a:latin typeface="Arial"/>
              <a:ea typeface="Arial"/>
              <a:cs typeface="Arial"/>
              <a:sym typeface="Arial"/>
            </a:endParaRPr>
          </a:p>
          <a:p>
            <a:pPr indent="0" lvl="0" marL="0" marR="0" rtl="0" algn="l">
              <a:spcBef>
                <a:spcPts val="0"/>
              </a:spcBef>
              <a:spcAft>
                <a:spcPts val="0"/>
              </a:spcAft>
              <a:buClr>
                <a:srgbClr val="142238"/>
              </a:buClr>
              <a:buSzPts val="839"/>
              <a:buFont typeface="Arial"/>
              <a:buNone/>
            </a:pPr>
            <a:r>
              <a:rPr lang="en-US" sz="840">
                <a:solidFill>
                  <a:srgbClr val="142238"/>
                </a:solidFill>
                <a:latin typeface="Arial"/>
                <a:ea typeface="Arial"/>
                <a:cs typeface="Arial"/>
                <a:sym typeface="Arial"/>
              </a:rPr>
              <a:t>encoder, pooler, bias, ...)</a:t>
            </a:r>
            <a:endParaRPr sz="840">
              <a:solidFill>
                <a:schemeClr val="dk1"/>
              </a:solidFill>
              <a:latin typeface="Arial"/>
              <a:ea typeface="Arial"/>
              <a:cs typeface="Arial"/>
              <a:sym typeface="Arial"/>
            </a:endParaRPr>
          </a:p>
        </p:txBody>
      </p:sp>
      <p:cxnSp>
        <p:nvCxnSpPr>
          <p:cNvPr id="395" name="Google Shape;395;p17"/>
          <p:cNvCxnSpPr/>
          <p:nvPr/>
        </p:nvCxnSpPr>
        <p:spPr>
          <a:xfrm>
            <a:off x="2243214" y="5166936"/>
            <a:ext cx="347472" cy="0"/>
          </a:xfrm>
          <a:prstGeom prst="straightConnector1">
            <a:avLst/>
          </a:prstGeom>
          <a:noFill/>
          <a:ln cap="flat" cmpd="sng" w="12700">
            <a:solidFill>
              <a:srgbClr val="0D8F86"/>
            </a:solidFill>
            <a:prstDash val="solid"/>
            <a:round/>
            <a:headEnd len="sm" w="sm" type="none"/>
            <a:tailEnd len="sm" w="sm" type="none"/>
          </a:ln>
        </p:spPr>
      </p:cxnSp>
      <p:sp>
        <p:nvSpPr>
          <p:cNvPr id="396" name="Google Shape;396;p17"/>
          <p:cNvSpPr/>
          <p:nvPr/>
        </p:nvSpPr>
        <p:spPr>
          <a:xfrm>
            <a:off x="2618118" y="5057208"/>
            <a:ext cx="969264" cy="548640"/>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0D8F86"/>
              </a:buClr>
              <a:buSzPts val="870"/>
              <a:buFont typeface="Arial"/>
              <a:buNone/>
            </a:pPr>
            <a:r>
              <a:rPr b="1" lang="en-US" sz="870">
                <a:solidFill>
                  <a:srgbClr val="0D8F86"/>
                </a:solidFill>
                <a:latin typeface="Arial"/>
                <a:ea typeface="Arial"/>
                <a:cs typeface="Arial"/>
                <a:sym typeface="Arial"/>
              </a:rPr>
              <a:t>≈ 96M</a:t>
            </a:r>
            <a:endParaRPr sz="870">
              <a:solidFill>
                <a:schemeClr val="dk1"/>
              </a:solidFill>
              <a:latin typeface="Arial"/>
              <a:ea typeface="Arial"/>
              <a:cs typeface="Arial"/>
              <a:sym typeface="Arial"/>
            </a:endParaRPr>
          </a:p>
          <a:p>
            <a:pPr indent="0" lvl="0" marL="0" marR="0" rtl="0" algn="l">
              <a:spcBef>
                <a:spcPts val="0"/>
              </a:spcBef>
              <a:spcAft>
                <a:spcPts val="0"/>
              </a:spcAft>
              <a:buClr>
                <a:srgbClr val="0D8F86"/>
              </a:buClr>
              <a:buSzPts val="870"/>
              <a:buFont typeface="Arial"/>
              <a:buNone/>
            </a:pPr>
            <a:r>
              <a:rPr b="1" lang="en-US" sz="870">
                <a:solidFill>
                  <a:srgbClr val="0D8F86"/>
                </a:solidFill>
                <a:latin typeface="Arial"/>
                <a:ea typeface="Arial"/>
                <a:cs typeface="Arial"/>
                <a:sym typeface="Arial"/>
              </a:rPr>
              <a:t>(Embedding matrix:</a:t>
            </a:r>
            <a:endParaRPr sz="870">
              <a:solidFill>
                <a:schemeClr val="dk1"/>
              </a:solidFill>
              <a:latin typeface="Arial"/>
              <a:ea typeface="Arial"/>
              <a:cs typeface="Arial"/>
              <a:sym typeface="Arial"/>
            </a:endParaRPr>
          </a:p>
          <a:p>
            <a:pPr indent="0" lvl="0" marL="0" marR="0" rtl="0" algn="l">
              <a:spcBef>
                <a:spcPts val="0"/>
              </a:spcBef>
              <a:spcAft>
                <a:spcPts val="0"/>
              </a:spcAft>
              <a:buClr>
                <a:srgbClr val="0D8F86"/>
              </a:buClr>
              <a:buSzPts val="870"/>
              <a:buFont typeface="Arial"/>
              <a:buNone/>
            </a:pPr>
            <a:r>
              <a:rPr b="1" lang="en-US" sz="870">
                <a:solidFill>
                  <a:srgbClr val="0D8F86"/>
                </a:solidFill>
                <a:latin typeface="Arial"/>
                <a:ea typeface="Arial"/>
                <a:cs typeface="Arial"/>
                <a:sym typeface="Arial"/>
              </a:rPr>
              <a:t>250,002 × 384)</a:t>
            </a:r>
            <a:endParaRPr sz="870">
              <a:solidFill>
                <a:schemeClr val="dk1"/>
              </a:solidFill>
              <a:latin typeface="Arial"/>
              <a:ea typeface="Arial"/>
              <a:cs typeface="Arial"/>
              <a:sym typeface="Arial"/>
            </a:endParaRPr>
          </a:p>
        </p:txBody>
      </p:sp>
      <p:sp>
        <p:nvSpPr>
          <p:cNvPr id="397" name="Google Shape;397;p17"/>
          <p:cNvSpPr/>
          <p:nvPr/>
        </p:nvSpPr>
        <p:spPr>
          <a:xfrm>
            <a:off x="4264038" y="1344744"/>
            <a:ext cx="512064" cy="512064"/>
          </a:xfrm>
          <a:prstGeom prst="ellipse">
            <a:avLst/>
          </a:prstGeom>
          <a:solidFill>
            <a:srgbClr val="E7F2F3"/>
          </a:solidFill>
          <a:ln cap="flat" cmpd="sng" w="9525">
            <a:solidFill>
              <a:srgbClr val="CDE0E5"/>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398" name="Google Shape;398;p17"/>
          <p:cNvSpPr/>
          <p:nvPr/>
        </p:nvSpPr>
        <p:spPr>
          <a:xfrm>
            <a:off x="4264038" y="1354985"/>
            <a:ext cx="512064" cy="471099"/>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0D8F86"/>
              </a:buClr>
              <a:buSzPts val="1800"/>
              <a:buFont typeface="Arial"/>
              <a:buNone/>
            </a:pPr>
            <a:r>
              <a:rPr b="1" lang="en-US" sz="1800">
                <a:solidFill>
                  <a:srgbClr val="0D8F86"/>
                </a:solidFill>
                <a:latin typeface="Arial"/>
                <a:ea typeface="Arial"/>
                <a:cs typeface="Arial"/>
                <a:sym typeface="Arial"/>
              </a:rPr>
              <a:t>⚙</a:t>
            </a:r>
            <a:endParaRPr sz="1800">
              <a:solidFill>
                <a:schemeClr val="dk1"/>
              </a:solidFill>
              <a:latin typeface="Arial"/>
              <a:ea typeface="Arial"/>
              <a:cs typeface="Arial"/>
              <a:sym typeface="Arial"/>
            </a:endParaRPr>
          </a:p>
        </p:txBody>
      </p:sp>
      <p:sp>
        <p:nvSpPr>
          <p:cNvPr id="399" name="Google Shape;399;p17"/>
          <p:cNvSpPr/>
          <p:nvPr/>
        </p:nvSpPr>
        <p:spPr>
          <a:xfrm>
            <a:off x="4949838" y="1372176"/>
            <a:ext cx="2651760" cy="347472"/>
          </a:xfrm>
          <a:prstGeom prst="rect">
            <a:avLst/>
          </a:prstGeom>
          <a:noFill/>
          <a:ln>
            <a:noFill/>
          </a:ln>
        </p:spPr>
        <p:txBody>
          <a:bodyPr anchorCtr="0" anchor="ctr" bIns="375" lIns="375" spcFirstLastPara="1" rIns="375" wrap="square" tIns="375">
            <a:normAutofit/>
          </a:bodyPr>
          <a:lstStyle/>
          <a:p>
            <a:pPr indent="0" lvl="0" marL="0" marR="0" rtl="0" algn="l">
              <a:spcBef>
                <a:spcPts val="0"/>
              </a:spcBef>
              <a:spcAft>
                <a:spcPts val="0"/>
              </a:spcAft>
              <a:buClr>
                <a:srgbClr val="0E2540"/>
              </a:buClr>
              <a:buSzPts val="2100"/>
              <a:buFont typeface="Play"/>
              <a:buNone/>
            </a:pPr>
            <a:r>
              <a:rPr b="1" lang="en-US" sz="2100">
                <a:solidFill>
                  <a:srgbClr val="0E2540"/>
                </a:solidFill>
                <a:latin typeface="Play"/>
                <a:ea typeface="Play"/>
                <a:cs typeface="Play"/>
                <a:sym typeface="Play"/>
              </a:rPr>
              <a:t>Quy trình cắt tỉa</a:t>
            </a:r>
            <a:endParaRPr sz="2100">
              <a:solidFill>
                <a:schemeClr val="dk1"/>
              </a:solidFill>
              <a:latin typeface="Arial"/>
              <a:ea typeface="Arial"/>
              <a:cs typeface="Arial"/>
              <a:sym typeface="Arial"/>
            </a:endParaRPr>
          </a:p>
        </p:txBody>
      </p:sp>
      <p:sp>
        <p:nvSpPr>
          <p:cNvPr id="400" name="Google Shape;400;p17"/>
          <p:cNvSpPr/>
          <p:nvPr/>
        </p:nvSpPr>
        <p:spPr>
          <a:xfrm>
            <a:off x="4264038" y="1975680"/>
            <a:ext cx="457200" cy="493776"/>
          </a:xfrm>
          <a:prstGeom prst="roundRect">
            <a:avLst>
              <a:gd fmla="val 12000" name="adj"/>
            </a:avLst>
          </a:prstGeom>
          <a:solidFill>
            <a:srgbClr val="F4F8FB"/>
          </a:solidFill>
          <a:ln cap="flat" cmpd="sng" w="10150">
            <a:solidFill>
              <a:srgbClr val="D9E4EE"/>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401" name="Google Shape;401;p17"/>
          <p:cNvSpPr/>
          <p:nvPr/>
        </p:nvSpPr>
        <p:spPr>
          <a:xfrm>
            <a:off x="4282326" y="2003112"/>
            <a:ext cx="420624" cy="438912"/>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0D8F86"/>
              </a:buClr>
              <a:buSzPts val="1800"/>
              <a:buFont typeface="Arial"/>
              <a:buNone/>
            </a:pPr>
            <a:r>
              <a:rPr lang="en-US" sz="1800">
                <a:solidFill>
                  <a:srgbClr val="0D8F86"/>
                </a:solidFill>
                <a:latin typeface="Arial"/>
                <a:ea typeface="Arial"/>
                <a:cs typeface="Arial"/>
                <a:sym typeface="Arial"/>
              </a:rPr>
              <a:t>▤</a:t>
            </a:r>
            <a:endParaRPr sz="1800">
              <a:solidFill>
                <a:schemeClr val="dk1"/>
              </a:solidFill>
              <a:latin typeface="Arial"/>
              <a:ea typeface="Arial"/>
              <a:cs typeface="Arial"/>
              <a:sym typeface="Arial"/>
            </a:endParaRPr>
          </a:p>
        </p:txBody>
      </p:sp>
      <p:sp>
        <p:nvSpPr>
          <p:cNvPr id="402" name="Google Shape;402;p17"/>
          <p:cNvSpPr/>
          <p:nvPr/>
        </p:nvSpPr>
        <p:spPr>
          <a:xfrm>
            <a:off x="4867542" y="2067120"/>
            <a:ext cx="310896" cy="310896"/>
          </a:xfrm>
          <a:prstGeom prst="ellipse">
            <a:avLst/>
          </a:prstGeom>
          <a:solidFill>
            <a:srgbClr val="0D8F86"/>
          </a:solidFill>
          <a:ln cap="flat" cmpd="sng" w="12700">
            <a:solidFill>
              <a:srgbClr val="0D8F86"/>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403" name="Google Shape;403;p17"/>
          <p:cNvSpPr/>
          <p:nvPr/>
        </p:nvSpPr>
        <p:spPr>
          <a:xfrm>
            <a:off x="4867542" y="2076264"/>
            <a:ext cx="310896" cy="274320"/>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FFFFFF"/>
              </a:buClr>
              <a:buSzPts val="1200"/>
              <a:buFont typeface="Arial"/>
              <a:buNone/>
            </a:pPr>
            <a:r>
              <a:rPr b="1" lang="en-US" sz="1200">
                <a:solidFill>
                  <a:srgbClr val="FFFFFF"/>
                </a:solidFill>
                <a:latin typeface="Arial"/>
                <a:ea typeface="Arial"/>
                <a:cs typeface="Arial"/>
                <a:sym typeface="Arial"/>
              </a:rPr>
              <a:t>1</a:t>
            </a:r>
            <a:endParaRPr sz="1200">
              <a:solidFill>
                <a:schemeClr val="dk1"/>
              </a:solidFill>
              <a:latin typeface="Arial"/>
              <a:ea typeface="Arial"/>
              <a:cs typeface="Arial"/>
              <a:sym typeface="Arial"/>
            </a:endParaRPr>
          </a:p>
        </p:txBody>
      </p:sp>
      <p:sp>
        <p:nvSpPr>
          <p:cNvPr id="404" name="Google Shape;404;p17"/>
          <p:cNvSpPr/>
          <p:nvPr/>
        </p:nvSpPr>
        <p:spPr>
          <a:xfrm>
            <a:off x="5205870" y="1957392"/>
            <a:ext cx="2267712" cy="530352"/>
          </a:xfrm>
          <a:prstGeom prst="roundRect">
            <a:avLst>
              <a:gd fmla="val 10345" name="adj"/>
            </a:avLst>
          </a:prstGeom>
          <a:solidFill>
            <a:srgbClr val="FFFFFF"/>
          </a:solidFill>
          <a:ln cap="flat" cmpd="sng" w="11425">
            <a:solidFill>
              <a:srgbClr val="D9E4EE"/>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405" name="Google Shape;405;p17"/>
          <p:cNvSpPr/>
          <p:nvPr/>
        </p:nvSpPr>
        <p:spPr>
          <a:xfrm>
            <a:off x="5297310" y="2003112"/>
            <a:ext cx="2084832" cy="438912"/>
          </a:xfrm>
          <a:prstGeom prst="rect">
            <a:avLst/>
          </a:prstGeom>
          <a:noFill/>
          <a:ln>
            <a:noFill/>
          </a:ln>
        </p:spPr>
        <p:txBody>
          <a:bodyPr anchorCtr="0" anchor="ctr" bIns="125" lIns="125" spcFirstLastPara="1" rIns="125" wrap="square" tIns="125">
            <a:normAutofit/>
          </a:bodyPr>
          <a:lstStyle/>
          <a:p>
            <a:pPr indent="0" lvl="0" marL="0" marR="0" rtl="0" algn="l">
              <a:spcBef>
                <a:spcPts val="0"/>
              </a:spcBef>
              <a:spcAft>
                <a:spcPts val="0"/>
              </a:spcAft>
              <a:buClr>
                <a:srgbClr val="142238"/>
              </a:buClr>
              <a:buSzPts val="870"/>
              <a:buFont typeface="Arial"/>
              <a:buNone/>
            </a:pPr>
            <a:r>
              <a:rPr lang="en-US" sz="870">
                <a:solidFill>
                  <a:srgbClr val="142238"/>
                </a:solidFill>
                <a:latin typeface="Arial"/>
                <a:ea typeface="Arial"/>
                <a:cs typeface="Arial"/>
                <a:sym typeface="Arial"/>
              </a:rPr>
              <a:t>Thu thập toàn bộ tokens thực sự</a:t>
            </a:r>
            <a:endParaRPr sz="870">
              <a:solidFill>
                <a:schemeClr val="dk1"/>
              </a:solidFill>
              <a:latin typeface="Arial"/>
              <a:ea typeface="Arial"/>
              <a:cs typeface="Arial"/>
              <a:sym typeface="Arial"/>
            </a:endParaRPr>
          </a:p>
          <a:p>
            <a:pPr indent="0" lvl="0" marL="0" marR="0" rtl="0" algn="l">
              <a:spcBef>
                <a:spcPts val="0"/>
              </a:spcBef>
              <a:spcAft>
                <a:spcPts val="0"/>
              </a:spcAft>
              <a:buClr>
                <a:srgbClr val="142238"/>
              </a:buClr>
              <a:buSzPts val="870"/>
              <a:buFont typeface="Arial"/>
              <a:buNone/>
            </a:pPr>
            <a:r>
              <a:rPr lang="en-US" sz="870">
                <a:solidFill>
                  <a:srgbClr val="142238"/>
                </a:solidFill>
                <a:latin typeface="Arial"/>
                <a:ea typeface="Arial"/>
                <a:cs typeface="Arial"/>
                <a:sym typeface="Arial"/>
              </a:rPr>
              <a:t>xuất hiện trong corpus (2,317 đoạn)</a:t>
            </a:r>
            <a:endParaRPr sz="870">
              <a:solidFill>
                <a:schemeClr val="dk1"/>
              </a:solidFill>
              <a:latin typeface="Arial"/>
              <a:ea typeface="Arial"/>
              <a:cs typeface="Arial"/>
              <a:sym typeface="Arial"/>
            </a:endParaRPr>
          </a:p>
          <a:p>
            <a:pPr indent="0" lvl="0" marL="0" marR="0" rtl="0" algn="l">
              <a:spcBef>
                <a:spcPts val="0"/>
              </a:spcBef>
              <a:spcAft>
                <a:spcPts val="0"/>
              </a:spcAft>
              <a:buClr>
                <a:srgbClr val="142238"/>
              </a:buClr>
              <a:buSzPts val="870"/>
              <a:buFont typeface="Arial"/>
              <a:buNone/>
            </a:pPr>
            <a:r>
              <a:rPr lang="en-US" sz="870">
                <a:solidFill>
                  <a:srgbClr val="142238"/>
                </a:solidFill>
                <a:latin typeface="Arial"/>
                <a:ea typeface="Arial"/>
                <a:cs typeface="Arial"/>
                <a:sym typeface="Arial"/>
              </a:rPr>
              <a:t>và queries (991 câu)</a:t>
            </a:r>
            <a:endParaRPr sz="870">
              <a:solidFill>
                <a:schemeClr val="dk1"/>
              </a:solidFill>
              <a:latin typeface="Arial"/>
              <a:ea typeface="Arial"/>
              <a:cs typeface="Arial"/>
              <a:sym typeface="Arial"/>
            </a:endParaRPr>
          </a:p>
        </p:txBody>
      </p:sp>
      <p:cxnSp>
        <p:nvCxnSpPr>
          <p:cNvPr id="406" name="Google Shape;406;p17"/>
          <p:cNvCxnSpPr/>
          <p:nvPr/>
        </p:nvCxnSpPr>
        <p:spPr>
          <a:xfrm>
            <a:off x="6156846" y="2506032"/>
            <a:ext cx="0" cy="265176"/>
          </a:xfrm>
          <a:prstGeom prst="straightConnector1">
            <a:avLst/>
          </a:prstGeom>
          <a:noFill/>
          <a:ln cap="flat" cmpd="sng" w="15225">
            <a:solidFill>
              <a:srgbClr val="0D8F86"/>
            </a:solidFill>
            <a:prstDash val="solid"/>
            <a:round/>
            <a:headEnd len="sm" w="sm" type="none"/>
            <a:tailEnd len="med" w="med" type="triangle"/>
          </a:ln>
        </p:spPr>
      </p:cxnSp>
      <p:sp>
        <p:nvSpPr>
          <p:cNvPr id="407" name="Google Shape;407;p17"/>
          <p:cNvSpPr/>
          <p:nvPr/>
        </p:nvSpPr>
        <p:spPr>
          <a:xfrm>
            <a:off x="4264038" y="2816928"/>
            <a:ext cx="457200" cy="493776"/>
          </a:xfrm>
          <a:prstGeom prst="roundRect">
            <a:avLst>
              <a:gd fmla="val 12000" name="adj"/>
            </a:avLst>
          </a:prstGeom>
          <a:solidFill>
            <a:srgbClr val="F4F8FB"/>
          </a:solidFill>
          <a:ln cap="flat" cmpd="sng" w="10150">
            <a:solidFill>
              <a:srgbClr val="D9E4EE"/>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408" name="Google Shape;408;p17"/>
          <p:cNvSpPr/>
          <p:nvPr/>
        </p:nvSpPr>
        <p:spPr>
          <a:xfrm>
            <a:off x="4282326" y="2844360"/>
            <a:ext cx="420624" cy="438912"/>
          </a:xfrm>
          <a:prstGeom prst="rect">
            <a:avLst/>
          </a:prstGeom>
          <a:noFill/>
          <a:ln>
            <a:noFill/>
          </a:ln>
        </p:spPr>
        <p:txBody>
          <a:bodyPr anchorCtr="0" anchor="ctr" bIns="0" lIns="0" spcFirstLastPara="1" rIns="0" wrap="square" tIns="0">
            <a:normAutofit/>
          </a:bodyPr>
          <a:lstStyle/>
          <a:p>
            <a:pPr indent="0" lvl="0" marL="0" marR="0" rtl="0" algn="ctr">
              <a:lnSpc>
                <a:spcPct val="80000"/>
              </a:lnSpc>
              <a:spcBef>
                <a:spcPts val="0"/>
              </a:spcBef>
              <a:spcAft>
                <a:spcPts val="0"/>
              </a:spcAft>
              <a:buClr>
                <a:srgbClr val="0D8F86"/>
              </a:buClr>
              <a:buSzPts val="1395"/>
              <a:buFont typeface="Arial"/>
              <a:buNone/>
            </a:pPr>
            <a:r>
              <a:rPr lang="en-US" sz="1395">
                <a:solidFill>
                  <a:srgbClr val="0D8F86"/>
                </a:solidFill>
                <a:latin typeface="Arial"/>
                <a:ea typeface="Arial"/>
                <a:cs typeface="Arial"/>
                <a:sym typeface="Arial"/>
              </a:rPr>
              <a:t>[CLS]</a:t>
            </a:r>
            <a:endParaRPr sz="1395">
              <a:solidFill>
                <a:schemeClr val="dk1"/>
              </a:solidFill>
              <a:latin typeface="Arial"/>
              <a:ea typeface="Arial"/>
              <a:cs typeface="Arial"/>
              <a:sym typeface="Arial"/>
            </a:endParaRPr>
          </a:p>
          <a:p>
            <a:pPr indent="0" lvl="0" marL="0" marR="0" rtl="0" algn="ctr">
              <a:lnSpc>
                <a:spcPct val="80000"/>
              </a:lnSpc>
              <a:spcBef>
                <a:spcPts val="0"/>
              </a:spcBef>
              <a:spcAft>
                <a:spcPts val="0"/>
              </a:spcAft>
              <a:buClr>
                <a:srgbClr val="0D8F86"/>
              </a:buClr>
              <a:buSzPts val="1395"/>
              <a:buFont typeface="Arial"/>
              <a:buNone/>
            </a:pPr>
            <a:r>
              <a:rPr lang="en-US" sz="1395">
                <a:solidFill>
                  <a:srgbClr val="0D8F86"/>
                </a:solidFill>
                <a:latin typeface="Arial"/>
                <a:ea typeface="Arial"/>
                <a:cs typeface="Arial"/>
                <a:sym typeface="Arial"/>
              </a:rPr>
              <a:t>[SEP]</a:t>
            </a:r>
            <a:endParaRPr sz="1395">
              <a:solidFill>
                <a:schemeClr val="dk1"/>
              </a:solidFill>
              <a:latin typeface="Arial"/>
              <a:ea typeface="Arial"/>
              <a:cs typeface="Arial"/>
              <a:sym typeface="Arial"/>
            </a:endParaRPr>
          </a:p>
        </p:txBody>
      </p:sp>
      <p:sp>
        <p:nvSpPr>
          <p:cNvPr id="409" name="Google Shape;409;p17"/>
          <p:cNvSpPr/>
          <p:nvPr/>
        </p:nvSpPr>
        <p:spPr>
          <a:xfrm>
            <a:off x="4867542" y="2908368"/>
            <a:ext cx="310896" cy="310896"/>
          </a:xfrm>
          <a:prstGeom prst="ellipse">
            <a:avLst/>
          </a:prstGeom>
          <a:solidFill>
            <a:srgbClr val="0D8F86"/>
          </a:solidFill>
          <a:ln cap="flat" cmpd="sng" w="12700">
            <a:solidFill>
              <a:srgbClr val="0D8F86"/>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410" name="Google Shape;410;p17"/>
          <p:cNvSpPr/>
          <p:nvPr/>
        </p:nvSpPr>
        <p:spPr>
          <a:xfrm>
            <a:off x="4867542" y="2917512"/>
            <a:ext cx="310896" cy="274320"/>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FFFFFF"/>
              </a:buClr>
              <a:buSzPts val="1200"/>
              <a:buFont typeface="Arial"/>
              <a:buNone/>
            </a:pPr>
            <a:r>
              <a:rPr b="1" lang="en-US" sz="1200">
                <a:solidFill>
                  <a:srgbClr val="FFFFFF"/>
                </a:solidFill>
                <a:latin typeface="Arial"/>
                <a:ea typeface="Arial"/>
                <a:cs typeface="Arial"/>
                <a:sym typeface="Arial"/>
              </a:rPr>
              <a:t>2</a:t>
            </a:r>
            <a:endParaRPr sz="1200">
              <a:solidFill>
                <a:schemeClr val="dk1"/>
              </a:solidFill>
              <a:latin typeface="Arial"/>
              <a:ea typeface="Arial"/>
              <a:cs typeface="Arial"/>
              <a:sym typeface="Arial"/>
            </a:endParaRPr>
          </a:p>
        </p:txBody>
      </p:sp>
      <p:sp>
        <p:nvSpPr>
          <p:cNvPr id="411" name="Google Shape;411;p17"/>
          <p:cNvSpPr/>
          <p:nvPr/>
        </p:nvSpPr>
        <p:spPr>
          <a:xfrm>
            <a:off x="5205870" y="2798640"/>
            <a:ext cx="2267712" cy="530352"/>
          </a:xfrm>
          <a:prstGeom prst="roundRect">
            <a:avLst>
              <a:gd fmla="val 10345" name="adj"/>
            </a:avLst>
          </a:prstGeom>
          <a:solidFill>
            <a:srgbClr val="FFFFFF"/>
          </a:solidFill>
          <a:ln cap="flat" cmpd="sng" w="11425">
            <a:solidFill>
              <a:srgbClr val="D9E4EE"/>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412" name="Google Shape;412;p17"/>
          <p:cNvSpPr/>
          <p:nvPr/>
        </p:nvSpPr>
        <p:spPr>
          <a:xfrm>
            <a:off x="5297310" y="2844360"/>
            <a:ext cx="2084832" cy="438912"/>
          </a:xfrm>
          <a:prstGeom prst="rect">
            <a:avLst/>
          </a:prstGeom>
          <a:noFill/>
          <a:ln>
            <a:noFill/>
          </a:ln>
        </p:spPr>
        <p:txBody>
          <a:bodyPr anchorCtr="0" anchor="ctr" bIns="125" lIns="125" spcFirstLastPara="1" rIns="125" wrap="square" tIns="125">
            <a:normAutofit/>
          </a:bodyPr>
          <a:lstStyle/>
          <a:p>
            <a:pPr indent="0" lvl="0" marL="0" marR="0" rtl="0" algn="l">
              <a:spcBef>
                <a:spcPts val="0"/>
              </a:spcBef>
              <a:spcAft>
                <a:spcPts val="0"/>
              </a:spcAft>
              <a:buClr>
                <a:srgbClr val="142238"/>
              </a:buClr>
              <a:buSzPts val="870"/>
              <a:buFont typeface="Arial"/>
              <a:buNone/>
            </a:pPr>
            <a:r>
              <a:rPr lang="en-US" sz="870">
                <a:solidFill>
                  <a:srgbClr val="142238"/>
                </a:solidFill>
                <a:latin typeface="Arial"/>
                <a:ea typeface="Arial"/>
                <a:cs typeface="Arial"/>
                <a:sym typeface="Arial"/>
              </a:rPr>
              <a:t>Giữ lại special tokens:</a:t>
            </a:r>
            <a:endParaRPr sz="870">
              <a:solidFill>
                <a:schemeClr val="dk1"/>
              </a:solidFill>
              <a:latin typeface="Arial"/>
              <a:ea typeface="Arial"/>
              <a:cs typeface="Arial"/>
              <a:sym typeface="Arial"/>
            </a:endParaRPr>
          </a:p>
          <a:p>
            <a:pPr indent="0" lvl="0" marL="0" marR="0" rtl="0" algn="l">
              <a:spcBef>
                <a:spcPts val="0"/>
              </a:spcBef>
              <a:spcAft>
                <a:spcPts val="0"/>
              </a:spcAft>
              <a:buClr>
                <a:srgbClr val="142238"/>
              </a:buClr>
              <a:buSzPts val="870"/>
              <a:buFont typeface="Arial"/>
              <a:buNone/>
            </a:pPr>
            <a:r>
              <a:rPr lang="en-US" sz="870">
                <a:solidFill>
                  <a:srgbClr val="142238"/>
                </a:solidFill>
                <a:latin typeface="Arial"/>
                <a:ea typeface="Arial"/>
                <a:cs typeface="Arial"/>
                <a:sym typeface="Arial"/>
              </a:rPr>
              <a:t>[CLS], [SEP], [PAD], [UNK]</a:t>
            </a:r>
            <a:endParaRPr sz="870">
              <a:solidFill>
                <a:schemeClr val="dk1"/>
              </a:solidFill>
              <a:latin typeface="Arial"/>
              <a:ea typeface="Arial"/>
              <a:cs typeface="Arial"/>
              <a:sym typeface="Arial"/>
            </a:endParaRPr>
          </a:p>
        </p:txBody>
      </p:sp>
      <p:cxnSp>
        <p:nvCxnSpPr>
          <p:cNvPr id="413" name="Google Shape;413;p17"/>
          <p:cNvCxnSpPr/>
          <p:nvPr/>
        </p:nvCxnSpPr>
        <p:spPr>
          <a:xfrm>
            <a:off x="6156846" y="3347280"/>
            <a:ext cx="0" cy="274320"/>
          </a:xfrm>
          <a:prstGeom prst="straightConnector1">
            <a:avLst/>
          </a:prstGeom>
          <a:noFill/>
          <a:ln cap="flat" cmpd="sng" w="15225">
            <a:solidFill>
              <a:srgbClr val="0D8F86"/>
            </a:solidFill>
            <a:prstDash val="solid"/>
            <a:round/>
            <a:headEnd len="sm" w="sm" type="none"/>
            <a:tailEnd len="med" w="med" type="triangle"/>
          </a:ln>
        </p:spPr>
      </p:cxnSp>
      <p:sp>
        <p:nvSpPr>
          <p:cNvPr id="414" name="Google Shape;414;p17"/>
          <p:cNvSpPr/>
          <p:nvPr/>
        </p:nvSpPr>
        <p:spPr>
          <a:xfrm>
            <a:off x="4264038" y="3658176"/>
            <a:ext cx="457200" cy="493776"/>
          </a:xfrm>
          <a:prstGeom prst="roundRect">
            <a:avLst>
              <a:gd fmla="val 12000" name="adj"/>
            </a:avLst>
          </a:prstGeom>
          <a:solidFill>
            <a:srgbClr val="F4F8FB"/>
          </a:solidFill>
          <a:ln cap="flat" cmpd="sng" w="10150">
            <a:solidFill>
              <a:srgbClr val="D9E4EE"/>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415" name="Google Shape;415;p17"/>
          <p:cNvSpPr/>
          <p:nvPr/>
        </p:nvSpPr>
        <p:spPr>
          <a:xfrm>
            <a:off x="4282326" y="3685608"/>
            <a:ext cx="420624" cy="438912"/>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0D8F86"/>
              </a:buClr>
              <a:buSzPts val="1800"/>
              <a:buFont typeface="Arial"/>
              <a:buNone/>
            </a:pPr>
            <a:r>
              <a:rPr lang="en-US" sz="1800">
                <a:solidFill>
                  <a:srgbClr val="0D8F86"/>
                </a:solidFill>
                <a:latin typeface="Arial"/>
                <a:ea typeface="Arial"/>
                <a:cs typeface="Arial"/>
                <a:sym typeface="Arial"/>
              </a:rPr>
              <a:t>▾</a:t>
            </a:r>
            <a:endParaRPr sz="1800">
              <a:solidFill>
                <a:schemeClr val="dk1"/>
              </a:solidFill>
              <a:latin typeface="Arial"/>
              <a:ea typeface="Arial"/>
              <a:cs typeface="Arial"/>
              <a:sym typeface="Arial"/>
            </a:endParaRPr>
          </a:p>
        </p:txBody>
      </p:sp>
      <p:sp>
        <p:nvSpPr>
          <p:cNvPr id="416" name="Google Shape;416;p17"/>
          <p:cNvSpPr/>
          <p:nvPr/>
        </p:nvSpPr>
        <p:spPr>
          <a:xfrm>
            <a:off x="4867542" y="3749616"/>
            <a:ext cx="310896" cy="310896"/>
          </a:xfrm>
          <a:prstGeom prst="ellipse">
            <a:avLst/>
          </a:prstGeom>
          <a:solidFill>
            <a:srgbClr val="0D8F86"/>
          </a:solidFill>
          <a:ln cap="flat" cmpd="sng" w="12700">
            <a:solidFill>
              <a:srgbClr val="0D8F86"/>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417" name="Google Shape;417;p17"/>
          <p:cNvSpPr/>
          <p:nvPr/>
        </p:nvSpPr>
        <p:spPr>
          <a:xfrm>
            <a:off x="4867542" y="3758760"/>
            <a:ext cx="310896" cy="274320"/>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FFFFFF"/>
              </a:buClr>
              <a:buSzPts val="1200"/>
              <a:buFont typeface="Arial"/>
              <a:buNone/>
            </a:pPr>
            <a:r>
              <a:rPr b="1" lang="en-US" sz="1200">
                <a:solidFill>
                  <a:srgbClr val="FFFFFF"/>
                </a:solidFill>
                <a:latin typeface="Arial"/>
                <a:ea typeface="Arial"/>
                <a:cs typeface="Arial"/>
                <a:sym typeface="Arial"/>
              </a:rPr>
              <a:t>3</a:t>
            </a:r>
            <a:endParaRPr sz="1200">
              <a:solidFill>
                <a:schemeClr val="dk1"/>
              </a:solidFill>
              <a:latin typeface="Arial"/>
              <a:ea typeface="Arial"/>
              <a:cs typeface="Arial"/>
              <a:sym typeface="Arial"/>
            </a:endParaRPr>
          </a:p>
        </p:txBody>
      </p:sp>
      <p:sp>
        <p:nvSpPr>
          <p:cNvPr id="418" name="Google Shape;418;p17"/>
          <p:cNvSpPr/>
          <p:nvPr/>
        </p:nvSpPr>
        <p:spPr>
          <a:xfrm>
            <a:off x="5205870" y="3639888"/>
            <a:ext cx="2267712" cy="530352"/>
          </a:xfrm>
          <a:prstGeom prst="roundRect">
            <a:avLst>
              <a:gd fmla="val 10345" name="adj"/>
            </a:avLst>
          </a:prstGeom>
          <a:solidFill>
            <a:srgbClr val="FFFFFF"/>
          </a:solidFill>
          <a:ln cap="flat" cmpd="sng" w="11425">
            <a:solidFill>
              <a:srgbClr val="D9E4EE"/>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419" name="Google Shape;419;p17"/>
          <p:cNvSpPr/>
          <p:nvPr/>
        </p:nvSpPr>
        <p:spPr>
          <a:xfrm>
            <a:off x="5297310" y="3685608"/>
            <a:ext cx="2084832" cy="438912"/>
          </a:xfrm>
          <a:prstGeom prst="rect">
            <a:avLst/>
          </a:prstGeom>
          <a:noFill/>
          <a:ln>
            <a:noFill/>
          </a:ln>
        </p:spPr>
        <p:txBody>
          <a:bodyPr anchorCtr="0" anchor="ctr" bIns="125" lIns="125" spcFirstLastPara="1" rIns="125" wrap="square" tIns="125">
            <a:normAutofit/>
          </a:bodyPr>
          <a:lstStyle/>
          <a:p>
            <a:pPr indent="0" lvl="0" marL="0" marR="0" rtl="0" algn="l">
              <a:lnSpc>
                <a:spcPct val="80000"/>
              </a:lnSpc>
              <a:spcBef>
                <a:spcPts val="0"/>
              </a:spcBef>
              <a:spcAft>
                <a:spcPts val="0"/>
              </a:spcAft>
              <a:buClr>
                <a:srgbClr val="142238"/>
              </a:buClr>
              <a:buSzPts val="804"/>
              <a:buFont typeface="Arial"/>
              <a:buNone/>
            </a:pPr>
            <a:r>
              <a:rPr lang="en-US" sz="805">
                <a:solidFill>
                  <a:srgbClr val="142238"/>
                </a:solidFill>
                <a:latin typeface="Arial"/>
                <a:ea typeface="Arial"/>
                <a:cs typeface="Arial"/>
                <a:sym typeface="Arial"/>
              </a:rPr>
              <a:t>Giữ toàn bộ tokens xuất hiện</a:t>
            </a:r>
            <a:endParaRPr sz="805">
              <a:solidFill>
                <a:schemeClr val="dk1"/>
              </a:solidFill>
              <a:latin typeface="Arial"/>
              <a:ea typeface="Arial"/>
              <a:cs typeface="Arial"/>
              <a:sym typeface="Arial"/>
            </a:endParaRPr>
          </a:p>
          <a:p>
            <a:pPr indent="0" lvl="0" marL="0" marR="0" rtl="0" algn="l">
              <a:lnSpc>
                <a:spcPct val="80000"/>
              </a:lnSpc>
              <a:spcBef>
                <a:spcPts val="0"/>
              </a:spcBef>
              <a:spcAft>
                <a:spcPts val="0"/>
              </a:spcAft>
              <a:buClr>
                <a:srgbClr val="142238"/>
              </a:buClr>
              <a:buSzPts val="804"/>
              <a:buFont typeface="Arial"/>
              <a:buNone/>
            </a:pPr>
            <a:r>
              <a:rPr lang="en-US" sz="805">
                <a:solidFill>
                  <a:srgbClr val="142238"/>
                </a:solidFill>
                <a:latin typeface="Arial"/>
                <a:ea typeface="Arial"/>
                <a:cs typeface="Arial"/>
                <a:sym typeface="Arial"/>
              </a:rPr>
              <a:t>trong dữ liệu + 30,000 tokens</a:t>
            </a:r>
            <a:endParaRPr sz="805">
              <a:solidFill>
                <a:schemeClr val="dk1"/>
              </a:solidFill>
              <a:latin typeface="Arial"/>
              <a:ea typeface="Arial"/>
              <a:cs typeface="Arial"/>
              <a:sym typeface="Arial"/>
            </a:endParaRPr>
          </a:p>
          <a:p>
            <a:pPr indent="0" lvl="0" marL="0" marR="0" rtl="0" algn="l">
              <a:lnSpc>
                <a:spcPct val="80000"/>
              </a:lnSpc>
              <a:spcBef>
                <a:spcPts val="0"/>
              </a:spcBef>
              <a:spcAft>
                <a:spcPts val="0"/>
              </a:spcAft>
              <a:buClr>
                <a:srgbClr val="142238"/>
              </a:buClr>
              <a:buSzPts val="804"/>
              <a:buFont typeface="Arial"/>
              <a:buNone/>
            </a:pPr>
            <a:r>
              <a:rPr lang="en-US" sz="805">
                <a:solidFill>
                  <a:srgbClr val="142238"/>
                </a:solidFill>
                <a:latin typeface="Arial"/>
                <a:ea typeface="Arial"/>
                <a:cs typeface="Arial"/>
                <a:sym typeface="Arial"/>
              </a:rPr>
              <a:t>phổ biến nhất của từ vựng gốc</a:t>
            </a:r>
            <a:endParaRPr sz="805">
              <a:solidFill>
                <a:schemeClr val="dk1"/>
              </a:solidFill>
              <a:latin typeface="Arial"/>
              <a:ea typeface="Arial"/>
              <a:cs typeface="Arial"/>
              <a:sym typeface="Arial"/>
            </a:endParaRPr>
          </a:p>
          <a:p>
            <a:pPr indent="0" lvl="0" marL="0" marR="0" rtl="0" algn="l">
              <a:lnSpc>
                <a:spcPct val="80000"/>
              </a:lnSpc>
              <a:spcBef>
                <a:spcPts val="0"/>
              </a:spcBef>
              <a:spcAft>
                <a:spcPts val="0"/>
              </a:spcAft>
              <a:buClr>
                <a:srgbClr val="142238"/>
              </a:buClr>
              <a:buSzPts val="804"/>
              <a:buFont typeface="Arial"/>
              <a:buNone/>
            </a:pPr>
            <a:r>
              <a:rPr lang="en-US" sz="805">
                <a:solidFill>
                  <a:srgbClr val="142238"/>
                </a:solidFill>
                <a:latin typeface="Arial"/>
                <a:ea typeface="Arial"/>
                <a:cs typeface="Arial"/>
                <a:sym typeface="Arial"/>
              </a:rPr>
              <a:t>để dự phòng</a:t>
            </a:r>
            <a:endParaRPr sz="805">
              <a:solidFill>
                <a:schemeClr val="dk1"/>
              </a:solidFill>
              <a:latin typeface="Arial"/>
              <a:ea typeface="Arial"/>
              <a:cs typeface="Arial"/>
              <a:sym typeface="Arial"/>
            </a:endParaRPr>
          </a:p>
        </p:txBody>
      </p:sp>
      <p:cxnSp>
        <p:nvCxnSpPr>
          <p:cNvPr id="420" name="Google Shape;420;p17"/>
          <p:cNvCxnSpPr/>
          <p:nvPr/>
        </p:nvCxnSpPr>
        <p:spPr>
          <a:xfrm>
            <a:off x="6156846" y="4188528"/>
            <a:ext cx="0" cy="274320"/>
          </a:xfrm>
          <a:prstGeom prst="straightConnector1">
            <a:avLst/>
          </a:prstGeom>
          <a:noFill/>
          <a:ln cap="flat" cmpd="sng" w="15225">
            <a:solidFill>
              <a:srgbClr val="0D8F86"/>
            </a:solidFill>
            <a:prstDash val="solid"/>
            <a:round/>
            <a:headEnd len="sm" w="sm" type="none"/>
            <a:tailEnd len="med" w="med" type="triangle"/>
          </a:ln>
        </p:spPr>
      </p:cxnSp>
      <p:sp>
        <p:nvSpPr>
          <p:cNvPr id="421" name="Google Shape;421;p17"/>
          <p:cNvSpPr/>
          <p:nvPr/>
        </p:nvSpPr>
        <p:spPr>
          <a:xfrm>
            <a:off x="4264038" y="4499424"/>
            <a:ext cx="457200" cy="493776"/>
          </a:xfrm>
          <a:prstGeom prst="roundRect">
            <a:avLst>
              <a:gd fmla="val 12000" name="adj"/>
            </a:avLst>
          </a:prstGeom>
          <a:solidFill>
            <a:srgbClr val="F4F8FB"/>
          </a:solidFill>
          <a:ln cap="flat" cmpd="sng" w="10150">
            <a:solidFill>
              <a:srgbClr val="D9E4EE"/>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422" name="Google Shape;422;p17"/>
          <p:cNvSpPr/>
          <p:nvPr/>
        </p:nvSpPr>
        <p:spPr>
          <a:xfrm>
            <a:off x="4282326" y="4526856"/>
            <a:ext cx="420624" cy="438912"/>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0D8F86"/>
              </a:buClr>
              <a:buSzPts val="1800"/>
              <a:buFont typeface="Arial"/>
              <a:buNone/>
            </a:pPr>
            <a:r>
              <a:rPr lang="en-US" sz="1800">
                <a:solidFill>
                  <a:srgbClr val="0D8F86"/>
                </a:solidFill>
                <a:latin typeface="Arial"/>
                <a:ea typeface="Arial"/>
                <a:cs typeface="Arial"/>
                <a:sym typeface="Arial"/>
              </a:rPr>
              <a:t>⚙</a:t>
            </a:r>
            <a:endParaRPr sz="1800">
              <a:solidFill>
                <a:schemeClr val="dk1"/>
              </a:solidFill>
              <a:latin typeface="Arial"/>
              <a:ea typeface="Arial"/>
              <a:cs typeface="Arial"/>
              <a:sym typeface="Arial"/>
            </a:endParaRPr>
          </a:p>
        </p:txBody>
      </p:sp>
      <p:sp>
        <p:nvSpPr>
          <p:cNvPr id="423" name="Google Shape;423;p17"/>
          <p:cNvSpPr/>
          <p:nvPr/>
        </p:nvSpPr>
        <p:spPr>
          <a:xfrm>
            <a:off x="4867542" y="4590864"/>
            <a:ext cx="310896" cy="310896"/>
          </a:xfrm>
          <a:prstGeom prst="ellipse">
            <a:avLst/>
          </a:prstGeom>
          <a:solidFill>
            <a:srgbClr val="0D8F86"/>
          </a:solidFill>
          <a:ln cap="flat" cmpd="sng" w="12700">
            <a:solidFill>
              <a:srgbClr val="0D8F86"/>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424" name="Google Shape;424;p17"/>
          <p:cNvSpPr/>
          <p:nvPr/>
        </p:nvSpPr>
        <p:spPr>
          <a:xfrm>
            <a:off x="4867542" y="4600008"/>
            <a:ext cx="310896" cy="274320"/>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FFFFFF"/>
              </a:buClr>
              <a:buSzPts val="1200"/>
              <a:buFont typeface="Arial"/>
              <a:buNone/>
            </a:pPr>
            <a:r>
              <a:rPr b="1" lang="en-US" sz="1200">
                <a:solidFill>
                  <a:srgbClr val="FFFFFF"/>
                </a:solidFill>
                <a:latin typeface="Arial"/>
                <a:ea typeface="Arial"/>
                <a:cs typeface="Arial"/>
                <a:sym typeface="Arial"/>
              </a:rPr>
              <a:t>4</a:t>
            </a:r>
            <a:endParaRPr sz="1200">
              <a:solidFill>
                <a:schemeClr val="dk1"/>
              </a:solidFill>
              <a:latin typeface="Arial"/>
              <a:ea typeface="Arial"/>
              <a:cs typeface="Arial"/>
              <a:sym typeface="Arial"/>
            </a:endParaRPr>
          </a:p>
        </p:txBody>
      </p:sp>
      <p:sp>
        <p:nvSpPr>
          <p:cNvPr id="425" name="Google Shape;425;p17"/>
          <p:cNvSpPr/>
          <p:nvPr/>
        </p:nvSpPr>
        <p:spPr>
          <a:xfrm>
            <a:off x="5205870" y="4481136"/>
            <a:ext cx="2267712" cy="530352"/>
          </a:xfrm>
          <a:prstGeom prst="roundRect">
            <a:avLst>
              <a:gd fmla="val 10345" name="adj"/>
            </a:avLst>
          </a:prstGeom>
          <a:solidFill>
            <a:srgbClr val="FFFFFF"/>
          </a:solidFill>
          <a:ln cap="flat" cmpd="sng" w="11425">
            <a:solidFill>
              <a:srgbClr val="D9E4EE"/>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426" name="Google Shape;426;p17"/>
          <p:cNvSpPr/>
          <p:nvPr/>
        </p:nvSpPr>
        <p:spPr>
          <a:xfrm>
            <a:off x="5297310" y="4526856"/>
            <a:ext cx="2084832" cy="438912"/>
          </a:xfrm>
          <a:prstGeom prst="rect">
            <a:avLst/>
          </a:prstGeom>
          <a:noFill/>
          <a:ln>
            <a:noFill/>
          </a:ln>
        </p:spPr>
        <p:txBody>
          <a:bodyPr anchorCtr="0" anchor="ctr" bIns="125" lIns="125" spcFirstLastPara="1" rIns="125" wrap="square" tIns="125">
            <a:normAutofit/>
          </a:bodyPr>
          <a:lstStyle/>
          <a:p>
            <a:pPr indent="0" lvl="0" marL="0" marR="0" rtl="0" algn="l">
              <a:spcBef>
                <a:spcPts val="0"/>
              </a:spcBef>
              <a:spcAft>
                <a:spcPts val="0"/>
              </a:spcAft>
              <a:buClr>
                <a:srgbClr val="142238"/>
              </a:buClr>
              <a:buSzPts val="870"/>
              <a:buFont typeface="Arial"/>
              <a:buNone/>
            </a:pPr>
            <a:r>
              <a:rPr lang="en-US" sz="870">
                <a:solidFill>
                  <a:srgbClr val="142238"/>
                </a:solidFill>
                <a:latin typeface="Arial"/>
                <a:ea typeface="Arial"/>
                <a:cs typeface="Arial"/>
                <a:sym typeface="Arial"/>
              </a:rPr>
              <a:t>Slice embedding matrix, remap</a:t>
            </a:r>
            <a:endParaRPr sz="870">
              <a:solidFill>
                <a:schemeClr val="dk1"/>
              </a:solidFill>
              <a:latin typeface="Arial"/>
              <a:ea typeface="Arial"/>
              <a:cs typeface="Arial"/>
              <a:sym typeface="Arial"/>
            </a:endParaRPr>
          </a:p>
          <a:p>
            <a:pPr indent="0" lvl="0" marL="0" marR="0" rtl="0" algn="l">
              <a:spcBef>
                <a:spcPts val="0"/>
              </a:spcBef>
              <a:spcAft>
                <a:spcPts val="0"/>
              </a:spcAft>
              <a:buClr>
                <a:srgbClr val="142238"/>
              </a:buClr>
              <a:buSzPts val="870"/>
              <a:buFont typeface="Arial"/>
              <a:buNone/>
            </a:pPr>
            <a:r>
              <a:rPr lang="en-US" sz="870">
                <a:solidFill>
                  <a:srgbClr val="142238"/>
                </a:solidFill>
                <a:latin typeface="Arial"/>
                <a:ea typeface="Arial"/>
                <a:cs typeface="Arial"/>
                <a:sym typeface="Arial"/>
              </a:rPr>
              <a:t>token IDs và rebuild tokenizer</a:t>
            </a:r>
            <a:endParaRPr sz="870">
              <a:solidFill>
                <a:schemeClr val="dk1"/>
              </a:solidFill>
              <a:latin typeface="Arial"/>
              <a:ea typeface="Arial"/>
              <a:cs typeface="Arial"/>
              <a:sym typeface="Arial"/>
            </a:endParaRPr>
          </a:p>
          <a:p>
            <a:pPr indent="0" lvl="0" marL="0" marR="0" rtl="0" algn="l">
              <a:spcBef>
                <a:spcPts val="0"/>
              </a:spcBef>
              <a:spcAft>
                <a:spcPts val="0"/>
              </a:spcAft>
              <a:buClr>
                <a:srgbClr val="142238"/>
              </a:buClr>
              <a:buSzPts val="870"/>
              <a:buFont typeface="Arial"/>
              <a:buNone/>
            </a:pPr>
            <a:r>
              <a:rPr lang="en-US" sz="870">
                <a:solidFill>
                  <a:srgbClr val="142238"/>
                </a:solidFill>
                <a:latin typeface="Arial"/>
                <a:ea typeface="Arial"/>
                <a:cs typeface="Arial"/>
                <a:sym typeface="Arial"/>
              </a:rPr>
              <a:t>Unigram</a:t>
            </a:r>
            <a:endParaRPr sz="870">
              <a:solidFill>
                <a:schemeClr val="dk1"/>
              </a:solidFill>
              <a:latin typeface="Arial"/>
              <a:ea typeface="Arial"/>
              <a:cs typeface="Arial"/>
              <a:sym typeface="Arial"/>
            </a:endParaRPr>
          </a:p>
        </p:txBody>
      </p:sp>
      <p:cxnSp>
        <p:nvCxnSpPr>
          <p:cNvPr id="427" name="Google Shape;427;p17"/>
          <p:cNvCxnSpPr/>
          <p:nvPr/>
        </p:nvCxnSpPr>
        <p:spPr>
          <a:xfrm>
            <a:off x="7565022" y="2250000"/>
            <a:ext cx="137160" cy="0"/>
          </a:xfrm>
          <a:prstGeom prst="straightConnector1">
            <a:avLst/>
          </a:prstGeom>
          <a:noFill/>
          <a:ln cap="flat" cmpd="sng" w="13950">
            <a:solidFill>
              <a:srgbClr val="0D8F86"/>
            </a:solidFill>
            <a:prstDash val="solid"/>
            <a:round/>
            <a:headEnd len="sm" w="sm" type="none"/>
            <a:tailEnd len="sm" w="sm" type="none"/>
          </a:ln>
        </p:spPr>
      </p:cxnSp>
      <p:cxnSp>
        <p:nvCxnSpPr>
          <p:cNvPr id="428" name="Google Shape;428;p17"/>
          <p:cNvCxnSpPr/>
          <p:nvPr/>
        </p:nvCxnSpPr>
        <p:spPr>
          <a:xfrm>
            <a:off x="7702182" y="2250000"/>
            <a:ext cx="0" cy="2606040"/>
          </a:xfrm>
          <a:prstGeom prst="straightConnector1">
            <a:avLst/>
          </a:prstGeom>
          <a:noFill/>
          <a:ln cap="flat" cmpd="sng" w="13950">
            <a:solidFill>
              <a:srgbClr val="0D8F86"/>
            </a:solidFill>
            <a:prstDash val="solid"/>
            <a:round/>
            <a:headEnd len="sm" w="sm" type="none"/>
            <a:tailEnd len="sm" w="sm" type="none"/>
          </a:ln>
        </p:spPr>
      </p:cxnSp>
      <p:cxnSp>
        <p:nvCxnSpPr>
          <p:cNvPr id="429" name="Google Shape;429;p17"/>
          <p:cNvCxnSpPr/>
          <p:nvPr/>
        </p:nvCxnSpPr>
        <p:spPr>
          <a:xfrm>
            <a:off x="7565022" y="4856040"/>
            <a:ext cx="137160" cy="0"/>
          </a:xfrm>
          <a:prstGeom prst="straightConnector1">
            <a:avLst/>
          </a:prstGeom>
          <a:noFill/>
          <a:ln cap="flat" cmpd="sng" w="13950">
            <a:solidFill>
              <a:srgbClr val="0D8F86"/>
            </a:solidFill>
            <a:prstDash val="solid"/>
            <a:round/>
            <a:headEnd len="sm" w="sm" type="none"/>
            <a:tailEnd len="sm" w="sm" type="none"/>
          </a:ln>
        </p:spPr>
      </p:cxnSp>
      <p:sp>
        <p:nvSpPr>
          <p:cNvPr id="430" name="Google Shape;430;p17"/>
          <p:cNvSpPr/>
          <p:nvPr/>
        </p:nvSpPr>
        <p:spPr>
          <a:xfrm>
            <a:off x="7747902" y="3109536"/>
            <a:ext cx="365760" cy="960120"/>
          </a:xfrm>
          <a:prstGeom prst="roundRect">
            <a:avLst>
              <a:gd fmla="val 12500" name="adj"/>
            </a:avLst>
          </a:prstGeom>
          <a:solidFill>
            <a:srgbClr val="FFFFFF"/>
          </a:solidFill>
          <a:ln cap="flat" cmpd="sng" w="12700">
            <a:solidFill>
              <a:srgbClr val="0D8F86"/>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431" name="Google Shape;431;p17"/>
          <p:cNvSpPr/>
          <p:nvPr/>
        </p:nvSpPr>
        <p:spPr>
          <a:xfrm>
            <a:off x="7784478" y="3173544"/>
            <a:ext cx="292608" cy="228600"/>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0D8F86"/>
              </a:buClr>
              <a:buSzPts val="1300"/>
              <a:buFont typeface="Arial"/>
              <a:buNone/>
            </a:pPr>
            <a:r>
              <a:rPr lang="en-US" sz="1300">
                <a:solidFill>
                  <a:srgbClr val="0D8F86"/>
                </a:solidFill>
                <a:latin typeface="Arial"/>
                <a:ea typeface="Arial"/>
                <a:cs typeface="Arial"/>
                <a:sym typeface="Arial"/>
              </a:rPr>
              <a:t>🔒</a:t>
            </a:r>
            <a:endParaRPr sz="1300">
              <a:solidFill>
                <a:schemeClr val="dk1"/>
              </a:solidFill>
              <a:latin typeface="Arial"/>
              <a:ea typeface="Arial"/>
              <a:cs typeface="Arial"/>
              <a:sym typeface="Arial"/>
            </a:endParaRPr>
          </a:p>
        </p:txBody>
      </p:sp>
      <p:sp>
        <p:nvSpPr>
          <p:cNvPr id="432" name="Google Shape;432;p17"/>
          <p:cNvSpPr/>
          <p:nvPr/>
        </p:nvSpPr>
        <p:spPr>
          <a:xfrm>
            <a:off x="7770762" y="3447864"/>
            <a:ext cx="329184" cy="438912"/>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142238"/>
              </a:buClr>
              <a:buSzPts val="680"/>
              <a:buFont typeface="Arial"/>
              <a:buNone/>
            </a:pPr>
            <a:r>
              <a:rPr b="1" lang="en-US" sz="680">
                <a:solidFill>
                  <a:srgbClr val="142238"/>
                </a:solidFill>
                <a:latin typeface="Arial"/>
                <a:ea typeface="Arial"/>
                <a:cs typeface="Arial"/>
                <a:sym typeface="Arial"/>
              </a:rPr>
              <a:t>Giữ nguyên</a:t>
            </a:r>
            <a:endParaRPr sz="680">
              <a:solidFill>
                <a:schemeClr val="dk1"/>
              </a:solidFill>
              <a:latin typeface="Arial"/>
              <a:ea typeface="Arial"/>
              <a:cs typeface="Arial"/>
              <a:sym typeface="Arial"/>
            </a:endParaRPr>
          </a:p>
          <a:p>
            <a:pPr indent="0" lvl="0" marL="0" marR="0" rtl="0" algn="ctr">
              <a:spcBef>
                <a:spcPts val="0"/>
              </a:spcBef>
              <a:spcAft>
                <a:spcPts val="0"/>
              </a:spcAft>
              <a:buClr>
                <a:srgbClr val="142238"/>
              </a:buClr>
              <a:buSzPts val="680"/>
              <a:buFont typeface="Arial"/>
              <a:buNone/>
            </a:pPr>
            <a:r>
              <a:rPr b="1" lang="en-US" sz="680">
                <a:solidFill>
                  <a:srgbClr val="142238"/>
                </a:solidFill>
                <a:latin typeface="Arial"/>
                <a:ea typeface="Arial"/>
                <a:cs typeface="Arial"/>
                <a:sym typeface="Arial"/>
              </a:rPr>
              <a:t>encoder</a:t>
            </a:r>
            <a:endParaRPr sz="680">
              <a:solidFill>
                <a:schemeClr val="dk1"/>
              </a:solidFill>
              <a:latin typeface="Arial"/>
              <a:ea typeface="Arial"/>
              <a:cs typeface="Arial"/>
              <a:sym typeface="Arial"/>
            </a:endParaRPr>
          </a:p>
        </p:txBody>
      </p:sp>
      <p:sp>
        <p:nvSpPr>
          <p:cNvPr id="433" name="Google Shape;433;p17"/>
          <p:cNvSpPr/>
          <p:nvPr/>
        </p:nvSpPr>
        <p:spPr>
          <a:xfrm>
            <a:off x="8589150" y="1344744"/>
            <a:ext cx="512064" cy="512064"/>
          </a:xfrm>
          <a:prstGeom prst="ellipse">
            <a:avLst/>
          </a:prstGeom>
          <a:solidFill>
            <a:srgbClr val="E7F2F3"/>
          </a:solidFill>
          <a:ln cap="flat" cmpd="sng" w="9525">
            <a:solidFill>
              <a:srgbClr val="CDE0E5"/>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434" name="Google Shape;434;p17"/>
          <p:cNvSpPr/>
          <p:nvPr/>
        </p:nvSpPr>
        <p:spPr>
          <a:xfrm>
            <a:off x="8589150" y="1354985"/>
            <a:ext cx="512064" cy="471099"/>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0D8F86"/>
              </a:buClr>
              <a:buSzPts val="1800"/>
              <a:buFont typeface="Arial"/>
              <a:buNone/>
            </a:pPr>
            <a:r>
              <a:rPr b="1" lang="en-US" sz="1800">
                <a:solidFill>
                  <a:srgbClr val="0D8F86"/>
                </a:solidFill>
                <a:latin typeface="Arial"/>
                <a:ea typeface="Arial"/>
                <a:cs typeface="Arial"/>
                <a:sym typeface="Arial"/>
              </a:rPr>
              <a:t>▥</a:t>
            </a:r>
            <a:endParaRPr sz="1800">
              <a:solidFill>
                <a:schemeClr val="dk1"/>
              </a:solidFill>
              <a:latin typeface="Arial"/>
              <a:ea typeface="Arial"/>
              <a:cs typeface="Arial"/>
              <a:sym typeface="Arial"/>
            </a:endParaRPr>
          </a:p>
        </p:txBody>
      </p:sp>
      <p:sp>
        <p:nvSpPr>
          <p:cNvPr id="435" name="Google Shape;435;p17"/>
          <p:cNvSpPr/>
          <p:nvPr/>
        </p:nvSpPr>
        <p:spPr>
          <a:xfrm>
            <a:off x="9247518" y="1372176"/>
            <a:ext cx="2286000" cy="347472"/>
          </a:xfrm>
          <a:prstGeom prst="rect">
            <a:avLst/>
          </a:prstGeom>
          <a:noFill/>
          <a:ln>
            <a:noFill/>
          </a:ln>
        </p:spPr>
        <p:txBody>
          <a:bodyPr anchorCtr="0" anchor="ctr" bIns="375" lIns="375" spcFirstLastPara="1" rIns="375" wrap="square" tIns="375">
            <a:normAutofit/>
          </a:bodyPr>
          <a:lstStyle/>
          <a:p>
            <a:pPr indent="0" lvl="0" marL="0" marR="0" rtl="0" algn="l">
              <a:spcBef>
                <a:spcPts val="0"/>
              </a:spcBef>
              <a:spcAft>
                <a:spcPts val="0"/>
              </a:spcAft>
              <a:buClr>
                <a:srgbClr val="0E2540"/>
              </a:buClr>
              <a:buSzPts val="2100"/>
              <a:buFont typeface="Play"/>
              <a:buNone/>
            </a:pPr>
            <a:r>
              <a:rPr b="1" lang="en-US" sz="2100">
                <a:solidFill>
                  <a:srgbClr val="0E2540"/>
                </a:solidFill>
                <a:latin typeface="Play"/>
                <a:ea typeface="Play"/>
                <a:cs typeface="Play"/>
                <a:sym typeface="Play"/>
              </a:rPr>
              <a:t>Kết quả</a:t>
            </a:r>
            <a:endParaRPr sz="2100">
              <a:solidFill>
                <a:schemeClr val="dk1"/>
              </a:solidFill>
              <a:latin typeface="Arial"/>
              <a:ea typeface="Arial"/>
              <a:cs typeface="Arial"/>
              <a:sym typeface="Arial"/>
            </a:endParaRPr>
          </a:p>
        </p:txBody>
      </p:sp>
      <p:sp>
        <p:nvSpPr>
          <p:cNvPr id="436" name="Google Shape;436;p17"/>
          <p:cNvSpPr/>
          <p:nvPr/>
        </p:nvSpPr>
        <p:spPr>
          <a:xfrm>
            <a:off x="8561718" y="1966536"/>
            <a:ext cx="1508760" cy="841248"/>
          </a:xfrm>
          <a:prstGeom prst="rect">
            <a:avLst/>
          </a:prstGeom>
          <a:solidFill>
            <a:srgbClr val="F2F8FD"/>
          </a:solidFill>
          <a:ln cap="flat" cmpd="sng" w="10150">
            <a:solidFill>
              <a:srgbClr val="B9CADD"/>
            </a:solidFill>
            <a:prstDash val="solid"/>
            <a:round/>
            <a:headEnd len="sm" w="sm" type="none"/>
            <a:tailEnd len="sm" w="sm" type="none"/>
          </a:ln>
        </p:spPr>
        <p:txBody>
          <a:bodyPr anchorCtr="0" anchor="ctr" bIns="375" lIns="375" spcFirstLastPara="1" rIns="375" wrap="square" tIns="375">
            <a:normAutofit/>
          </a:bodyPr>
          <a:lstStyle/>
          <a:p>
            <a:pPr indent="0" lvl="0" marL="0" marR="0" rtl="0" algn="ctr">
              <a:spcBef>
                <a:spcPts val="0"/>
              </a:spcBef>
              <a:spcAft>
                <a:spcPts val="0"/>
              </a:spcAft>
              <a:buClr>
                <a:srgbClr val="0E2540"/>
              </a:buClr>
              <a:buSzPts val="1050"/>
              <a:buFont typeface="Arial"/>
              <a:buNone/>
            </a:pPr>
            <a:r>
              <a:rPr b="1" lang="en-US" sz="1050">
                <a:solidFill>
                  <a:srgbClr val="0E2540"/>
                </a:solidFill>
                <a:latin typeface="Arial"/>
                <a:ea typeface="Arial"/>
                <a:cs typeface="Arial"/>
                <a:sym typeface="Arial"/>
              </a:rPr>
              <a:t>Trước pruning:</a:t>
            </a:r>
            <a:br>
              <a:rPr b="1" lang="en-US" sz="1050">
                <a:solidFill>
                  <a:srgbClr val="0E2540"/>
                </a:solidFill>
                <a:latin typeface="Arial"/>
                <a:ea typeface="Arial"/>
                <a:cs typeface="Arial"/>
                <a:sym typeface="Arial"/>
              </a:rPr>
            </a:br>
            <a:r>
              <a:rPr b="1" lang="en-US" sz="2200">
                <a:solidFill>
                  <a:srgbClr val="0E2540"/>
                </a:solidFill>
                <a:latin typeface="Arial"/>
                <a:ea typeface="Arial"/>
                <a:cs typeface="Arial"/>
                <a:sym typeface="Arial"/>
              </a:rPr>
              <a:t>250,002</a:t>
            </a:r>
            <a:br>
              <a:rPr b="1" lang="en-US" sz="2200">
                <a:solidFill>
                  <a:srgbClr val="0E2540"/>
                </a:solidFill>
                <a:latin typeface="Arial"/>
                <a:ea typeface="Arial"/>
                <a:cs typeface="Arial"/>
                <a:sym typeface="Arial"/>
              </a:rPr>
            </a:br>
            <a:r>
              <a:rPr b="1" lang="en-US" sz="1050">
                <a:solidFill>
                  <a:srgbClr val="0E2540"/>
                </a:solidFill>
                <a:latin typeface="Arial"/>
                <a:ea typeface="Arial"/>
                <a:cs typeface="Arial"/>
                <a:sym typeface="Arial"/>
              </a:rPr>
              <a:t>tokens</a:t>
            </a:r>
            <a:endParaRPr sz="1050">
              <a:solidFill>
                <a:schemeClr val="dk1"/>
              </a:solidFill>
              <a:latin typeface="Arial"/>
              <a:ea typeface="Arial"/>
              <a:cs typeface="Arial"/>
              <a:sym typeface="Arial"/>
            </a:endParaRPr>
          </a:p>
        </p:txBody>
      </p:sp>
      <p:cxnSp>
        <p:nvCxnSpPr>
          <p:cNvPr id="437" name="Google Shape;437;p17"/>
          <p:cNvCxnSpPr/>
          <p:nvPr/>
        </p:nvCxnSpPr>
        <p:spPr>
          <a:xfrm>
            <a:off x="10180206" y="2378016"/>
            <a:ext cx="365760" cy="0"/>
          </a:xfrm>
          <a:prstGeom prst="straightConnector1">
            <a:avLst/>
          </a:prstGeom>
          <a:noFill/>
          <a:ln cap="flat" cmpd="sng" w="27925">
            <a:solidFill>
              <a:srgbClr val="0D8F86"/>
            </a:solidFill>
            <a:prstDash val="solid"/>
            <a:round/>
            <a:headEnd len="sm" w="sm" type="none"/>
            <a:tailEnd len="med" w="med" type="triangle"/>
          </a:ln>
        </p:spPr>
      </p:cxnSp>
      <p:sp>
        <p:nvSpPr>
          <p:cNvPr id="438" name="Google Shape;438;p17"/>
          <p:cNvSpPr/>
          <p:nvPr/>
        </p:nvSpPr>
        <p:spPr>
          <a:xfrm>
            <a:off x="10646550" y="1966536"/>
            <a:ext cx="1143000" cy="841248"/>
          </a:xfrm>
          <a:prstGeom prst="rect">
            <a:avLst/>
          </a:prstGeom>
          <a:solidFill>
            <a:srgbClr val="E8F8F5"/>
          </a:solidFill>
          <a:ln cap="flat" cmpd="sng" w="10150">
            <a:solidFill>
              <a:srgbClr val="7DC5BD"/>
            </a:solidFill>
            <a:prstDash val="solid"/>
            <a:round/>
            <a:headEnd len="sm" w="sm" type="none"/>
            <a:tailEnd len="sm" w="sm" type="none"/>
          </a:ln>
        </p:spPr>
        <p:txBody>
          <a:bodyPr anchorCtr="0" anchor="ctr" bIns="375" lIns="375" spcFirstLastPara="1" rIns="375" wrap="square" tIns="375">
            <a:normAutofit/>
          </a:bodyPr>
          <a:lstStyle/>
          <a:p>
            <a:pPr indent="0" lvl="0" marL="0" marR="0" rtl="0" algn="ctr">
              <a:spcBef>
                <a:spcPts val="0"/>
              </a:spcBef>
              <a:spcAft>
                <a:spcPts val="0"/>
              </a:spcAft>
              <a:buClr>
                <a:srgbClr val="0D8F86"/>
              </a:buClr>
              <a:buSzPts val="1050"/>
              <a:buFont typeface="Arial"/>
              <a:buNone/>
            </a:pPr>
            <a:r>
              <a:rPr b="1" lang="en-US" sz="1050">
                <a:solidFill>
                  <a:srgbClr val="0D8F86"/>
                </a:solidFill>
                <a:latin typeface="Arial"/>
                <a:ea typeface="Arial"/>
                <a:cs typeface="Arial"/>
                <a:sym typeface="Arial"/>
              </a:rPr>
              <a:t>Sau pruning:</a:t>
            </a:r>
            <a:br>
              <a:rPr b="1" lang="en-US" sz="1050">
                <a:solidFill>
                  <a:srgbClr val="0D8F86"/>
                </a:solidFill>
                <a:latin typeface="Arial"/>
                <a:ea typeface="Arial"/>
                <a:cs typeface="Arial"/>
                <a:sym typeface="Arial"/>
              </a:rPr>
            </a:br>
            <a:r>
              <a:rPr b="1" lang="en-US" sz="2200">
                <a:solidFill>
                  <a:srgbClr val="0D8F86"/>
                </a:solidFill>
                <a:latin typeface="Arial"/>
                <a:ea typeface="Arial"/>
                <a:cs typeface="Arial"/>
                <a:sym typeface="Arial"/>
              </a:rPr>
              <a:t>36,324</a:t>
            </a:r>
            <a:br>
              <a:rPr b="1" lang="en-US" sz="2200">
                <a:solidFill>
                  <a:srgbClr val="0D8F86"/>
                </a:solidFill>
                <a:latin typeface="Arial"/>
                <a:ea typeface="Arial"/>
                <a:cs typeface="Arial"/>
                <a:sym typeface="Arial"/>
              </a:rPr>
            </a:br>
            <a:r>
              <a:rPr b="1" lang="en-US" sz="1050">
                <a:solidFill>
                  <a:srgbClr val="0D8F86"/>
                </a:solidFill>
                <a:latin typeface="Arial"/>
                <a:ea typeface="Arial"/>
                <a:cs typeface="Arial"/>
                <a:sym typeface="Arial"/>
              </a:rPr>
              <a:t>tokens</a:t>
            </a:r>
            <a:endParaRPr sz="1050">
              <a:solidFill>
                <a:schemeClr val="dk1"/>
              </a:solidFill>
              <a:latin typeface="Arial"/>
              <a:ea typeface="Arial"/>
              <a:cs typeface="Arial"/>
              <a:sym typeface="Arial"/>
            </a:endParaRPr>
          </a:p>
        </p:txBody>
      </p:sp>
      <p:sp>
        <p:nvSpPr>
          <p:cNvPr id="439" name="Google Shape;439;p17"/>
          <p:cNvSpPr/>
          <p:nvPr/>
        </p:nvSpPr>
        <p:spPr>
          <a:xfrm>
            <a:off x="8836038" y="3036384"/>
            <a:ext cx="2788920" cy="329184"/>
          </a:xfrm>
          <a:prstGeom prst="rect">
            <a:avLst/>
          </a:prstGeom>
          <a:noFill/>
          <a:ln>
            <a:noFill/>
          </a:ln>
        </p:spPr>
        <p:txBody>
          <a:bodyPr anchorCtr="0" anchor="ctr" bIns="375" lIns="375" spcFirstLastPara="1" rIns="375" wrap="square" tIns="375">
            <a:normAutofit/>
          </a:bodyPr>
          <a:lstStyle/>
          <a:p>
            <a:pPr indent="0" lvl="0" marL="0" marR="0" rtl="0" algn="ctr">
              <a:spcBef>
                <a:spcPts val="0"/>
              </a:spcBef>
              <a:spcAft>
                <a:spcPts val="0"/>
              </a:spcAft>
              <a:buClr>
                <a:srgbClr val="0D8F86"/>
              </a:buClr>
              <a:buSzPts val="1900"/>
              <a:buFont typeface="Play"/>
              <a:buNone/>
            </a:pPr>
            <a:r>
              <a:rPr b="1" lang="en-US" sz="1900">
                <a:solidFill>
                  <a:srgbClr val="0D8F86"/>
                </a:solidFill>
                <a:latin typeface="Play"/>
                <a:ea typeface="Play"/>
                <a:cs typeface="Play"/>
                <a:sym typeface="Play"/>
              </a:rPr>
              <a:t>Loại 85.5% từ vựng</a:t>
            </a:r>
            <a:endParaRPr sz="1900">
              <a:solidFill>
                <a:schemeClr val="dk1"/>
              </a:solidFill>
              <a:latin typeface="Arial"/>
              <a:ea typeface="Arial"/>
              <a:cs typeface="Arial"/>
              <a:sym typeface="Arial"/>
            </a:endParaRPr>
          </a:p>
        </p:txBody>
      </p:sp>
      <p:sp>
        <p:nvSpPr>
          <p:cNvPr id="440" name="Google Shape;440;p17"/>
          <p:cNvSpPr/>
          <p:nvPr/>
        </p:nvSpPr>
        <p:spPr>
          <a:xfrm>
            <a:off x="8625726" y="3475296"/>
            <a:ext cx="1417320" cy="164592"/>
          </a:xfrm>
          <a:prstGeom prst="rect">
            <a:avLst/>
          </a:prstGeom>
          <a:noFill/>
          <a:ln>
            <a:noFill/>
          </a:ln>
        </p:spPr>
        <p:txBody>
          <a:bodyPr anchorCtr="0" anchor="ctr" bIns="375" lIns="375" spcFirstLastPara="1" rIns="375" wrap="square" tIns="375">
            <a:normAutofit/>
          </a:bodyPr>
          <a:lstStyle/>
          <a:p>
            <a:pPr indent="0" lvl="0" marL="0" marR="0" rtl="0" algn="ctr">
              <a:spcBef>
                <a:spcPts val="0"/>
              </a:spcBef>
              <a:spcAft>
                <a:spcPts val="0"/>
              </a:spcAft>
              <a:buClr>
                <a:srgbClr val="142238"/>
              </a:buClr>
              <a:buSzPts val="880"/>
              <a:buFont typeface="Arial"/>
              <a:buNone/>
            </a:pPr>
            <a:r>
              <a:rPr lang="en-US" sz="880">
                <a:solidFill>
                  <a:srgbClr val="142238"/>
                </a:solidFill>
                <a:latin typeface="Arial"/>
                <a:ea typeface="Arial"/>
                <a:cs typeface="Arial"/>
                <a:sym typeface="Arial"/>
              </a:rPr>
              <a:t>250,002 tokens (100%)</a:t>
            </a:r>
            <a:endParaRPr sz="880">
              <a:solidFill>
                <a:schemeClr val="dk1"/>
              </a:solidFill>
              <a:latin typeface="Arial"/>
              <a:ea typeface="Arial"/>
              <a:cs typeface="Arial"/>
              <a:sym typeface="Arial"/>
            </a:endParaRPr>
          </a:p>
        </p:txBody>
      </p:sp>
      <p:sp>
        <p:nvSpPr>
          <p:cNvPr id="441" name="Google Shape;441;p17"/>
          <p:cNvSpPr/>
          <p:nvPr/>
        </p:nvSpPr>
        <p:spPr>
          <a:xfrm>
            <a:off x="8580006" y="3685608"/>
            <a:ext cx="73152" cy="73152"/>
          </a:xfrm>
          <a:prstGeom prst="rect">
            <a:avLst/>
          </a:prstGeom>
          <a:solidFill>
            <a:srgbClr val="0E2540"/>
          </a:solidFill>
          <a:ln cap="flat" cmpd="sng" w="9525">
            <a:solidFill>
              <a:srgbClr val="FFFFF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442" name="Google Shape;442;p17"/>
          <p:cNvSpPr/>
          <p:nvPr/>
        </p:nvSpPr>
        <p:spPr>
          <a:xfrm>
            <a:off x="8669617" y="3685608"/>
            <a:ext cx="73152" cy="73152"/>
          </a:xfrm>
          <a:prstGeom prst="rect">
            <a:avLst/>
          </a:prstGeom>
          <a:solidFill>
            <a:srgbClr val="0E2540"/>
          </a:solidFill>
          <a:ln cap="flat" cmpd="sng" w="9525">
            <a:solidFill>
              <a:srgbClr val="FFFFF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443" name="Google Shape;443;p17"/>
          <p:cNvSpPr/>
          <p:nvPr/>
        </p:nvSpPr>
        <p:spPr>
          <a:xfrm>
            <a:off x="8759228" y="3685608"/>
            <a:ext cx="73152" cy="73152"/>
          </a:xfrm>
          <a:prstGeom prst="rect">
            <a:avLst/>
          </a:prstGeom>
          <a:solidFill>
            <a:srgbClr val="0E2540"/>
          </a:solidFill>
          <a:ln cap="flat" cmpd="sng" w="9525">
            <a:solidFill>
              <a:srgbClr val="FFFFF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444" name="Google Shape;444;p17"/>
          <p:cNvSpPr/>
          <p:nvPr/>
        </p:nvSpPr>
        <p:spPr>
          <a:xfrm>
            <a:off x="8848840" y="3685608"/>
            <a:ext cx="73152" cy="73152"/>
          </a:xfrm>
          <a:prstGeom prst="rect">
            <a:avLst/>
          </a:prstGeom>
          <a:solidFill>
            <a:srgbClr val="0E2540"/>
          </a:solidFill>
          <a:ln cap="flat" cmpd="sng" w="9525">
            <a:solidFill>
              <a:srgbClr val="FFFFF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445" name="Google Shape;445;p17"/>
          <p:cNvSpPr/>
          <p:nvPr/>
        </p:nvSpPr>
        <p:spPr>
          <a:xfrm>
            <a:off x="8938451" y="3685608"/>
            <a:ext cx="73152" cy="73152"/>
          </a:xfrm>
          <a:prstGeom prst="rect">
            <a:avLst/>
          </a:prstGeom>
          <a:solidFill>
            <a:srgbClr val="0E2540"/>
          </a:solidFill>
          <a:ln cap="flat" cmpd="sng" w="9525">
            <a:solidFill>
              <a:srgbClr val="FFFFF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446" name="Google Shape;446;p17"/>
          <p:cNvSpPr/>
          <p:nvPr/>
        </p:nvSpPr>
        <p:spPr>
          <a:xfrm>
            <a:off x="9028062" y="3685608"/>
            <a:ext cx="73152" cy="73152"/>
          </a:xfrm>
          <a:prstGeom prst="rect">
            <a:avLst/>
          </a:prstGeom>
          <a:solidFill>
            <a:srgbClr val="0E2540"/>
          </a:solidFill>
          <a:ln cap="flat" cmpd="sng" w="9525">
            <a:solidFill>
              <a:srgbClr val="FFFFF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447" name="Google Shape;447;p17"/>
          <p:cNvSpPr/>
          <p:nvPr/>
        </p:nvSpPr>
        <p:spPr>
          <a:xfrm>
            <a:off x="9117673" y="3685608"/>
            <a:ext cx="73152" cy="73152"/>
          </a:xfrm>
          <a:prstGeom prst="rect">
            <a:avLst/>
          </a:prstGeom>
          <a:solidFill>
            <a:srgbClr val="0E2540"/>
          </a:solidFill>
          <a:ln cap="flat" cmpd="sng" w="9525">
            <a:solidFill>
              <a:srgbClr val="FFFFF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448" name="Google Shape;448;p17"/>
          <p:cNvSpPr/>
          <p:nvPr/>
        </p:nvSpPr>
        <p:spPr>
          <a:xfrm>
            <a:off x="9207284" y="3685608"/>
            <a:ext cx="73152" cy="73152"/>
          </a:xfrm>
          <a:prstGeom prst="rect">
            <a:avLst/>
          </a:prstGeom>
          <a:solidFill>
            <a:srgbClr val="0E2540"/>
          </a:solidFill>
          <a:ln cap="flat" cmpd="sng" w="9525">
            <a:solidFill>
              <a:srgbClr val="FFFFF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449" name="Google Shape;449;p17"/>
          <p:cNvSpPr/>
          <p:nvPr/>
        </p:nvSpPr>
        <p:spPr>
          <a:xfrm>
            <a:off x="9296896" y="3685608"/>
            <a:ext cx="73152" cy="73152"/>
          </a:xfrm>
          <a:prstGeom prst="rect">
            <a:avLst/>
          </a:prstGeom>
          <a:solidFill>
            <a:srgbClr val="0E2540"/>
          </a:solidFill>
          <a:ln cap="flat" cmpd="sng" w="9525">
            <a:solidFill>
              <a:srgbClr val="FFFFF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450" name="Google Shape;450;p17"/>
          <p:cNvSpPr/>
          <p:nvPr/>
        </p:nvSpPr>
        <p:spPr>
          <a:xfrm>
            <a:off x="9386507" y="3685608"/>
            <a:ext cx="73152" cy="73152"/>
          </a:xfrm>
          <a:prstGeom prst="rect">
            <a:avLst/>
          </a:prstGeom>
          <a:solidFill>
            <a:srgbClr val="0E2540"/>
          </a:solidFill>
          <a:ln cap="flat" cmpd="sng" w="9525">
            <a:solidFill>
              <a:srgbClr val="FFFFF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451" name="Google Shape;451;p17"/>
          <p:cNvSpPr/>
          <p:nvPr/>
        </p:nvSpPr>
        <p:spPr>
          <a:xfrm>
            <a:off x="9476118" y="3685608"/>
            <a:ext cx="73152" cy="73152"/>
          </a:xfrm>
          <a:prstGeom prst="rect">
            <a:avLst/>
          </a:prstGeom>
          <a:solidFill>
            <a:srgbClr val="0E2540"/>
          </a:solidFill>
          <a:ln cap="flat" cmpd="sng" w="9525">
            <a:solidFill>
              <a:srgbClr val="FFFFF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452" name="Google Shape;452;p17"/>
          <p:cNvSpPr/>
          <p:nvPr/>
        </p:nvSpPr>
        <p:spPr>
          <a:xfrm>
            <a:off x="9565729" y="3685608"/>
            <a:ext cx="73152" cy="73152"/>
          </a:xfrm>
          <a:prstGeom prst="rect">
            <a:avLst/>
          </a:prstGeom>
          <a:solidFill>
            <a:srgbClr val="0E2540"/>
          </a:solidFill>
          <a:ln cap="flat" cmpd="sng" w="9525">
            <a:solidFill>
              <a:srgbClr val="FFFFF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453" name="Google Shape;453;p17"/>
          <p:cNvSpPr/>
          <p:nvPr/>
        </p:nvSpPr>
        <p:spPr>
          <a:xfrm>
            <a:off x="8580006" y="3775219"/>
            <a:ext cx="73152" cy="73152"/>
          </a:xfrm>
          <a:prstGeom prst="rect">
            <a:avLst/>
          </a:prstGeom>
          <a:solidFill>
            <a:srgbClr val="0E2540"/>
          </a:solidFill>
          <a:ln cap="flat" cmpd="sng" w="9525">
            <a:solidFill>
              <a:srgbClr val="FFFFF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454" name="Google Shape;454;p17"/>
          <p:cNvSpPr/>
          <p:nvPr/>
        </p:nvSpPr>
        <p:spPr>
          <a:xfrm>
            <a:off x="8669617" y="3775219"/>
            <a:ext cx="73152" cy="73152"/>
          </a:xfrm>
          <a:prstGeom prst="rect">
            <a:avLst/>
          </a:prstGeom>
          <a:solidFill>
            <a:srgbClr val="0E2540"/>
          </a:solidFill>
          <a:ln cap="flat" cmpd="sng" w="9525">
            <a:solidFill>
              <a:srgbClr val="FFFFF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455" name="Google Shape;455;p17"/>
          <p:cNvSpPr/>
          <p:nvPr/>
        </p:nvSpPr>
        <p:spPr>
          <a:xfrm>
            <a:off x="8759228" y="3775219"/>
            <a:ext cx="73152" cy="73152"/>
          </a:xfrm>
          <a:prstGeom prst="rect">
            <a:avLst/>
          </a:prstGeom>
          <a:solidFill>
            <a:srgbClr val="0E2540"/>
          </a:solidFill>
          <a:ln cap="flat" cmpd="sng" w="9525">
            <a:solidFill>
              <a:srgbClr val="FFFFF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456" name="Google Shape;456;p17"/>
          <p:cNvSpPr/>
          <p:nvPr/>
        </p:nvSpPr>
        <p:spPr>
          <a:xfrm>
            <a:off x="8848840" y="3775219"/>
            <a:ext cx="73152" cy="73152"/>
          </a:xfrm>
          <a:prstGeom prst="rect">
            <a:avLst/>
          </a:prstGeom>
          <a:solidFill>
            <a:srgbClr val="0E2540"/>
          </a:solidFill>
          <a:ln cap="flat" cmpd="sng" w="9525">
            <a:solidFill>
              <a:srgbClr val="FFFFF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457" name="Google Shape;457;p17"/>
          <p:cNvSpPr/>
          <p:nvPr/>
        </p:nvSpPr>
        <p:spPr>
          <a:xfrm>
            <a:off x="8938451" y="3775219"/>
            <a:ext cx="73152" cy="73152"/>
          </a:xfrm>
          <a:prstGeom prst="rect">
            <a:avLst/>
          </a:prstGeom>
          <a:solidFill>
            <a:srgbClr val="0E2540"/>
          </a:solidFill>
          <a:ln cap="flat" cmpd="sng" w="9525">
            <a:solidFill>
              <a:srgbClr val="FFFFF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458" name="Google Shape;458;p17"/>
          <p:cNvSpPr/>
          <p:nvPr/>
        </p:nvSpPr>
        <p:spPr>
          <a:xfrm>
            <a:off x="9028062" y="3775219"/>
            <a:ext cx="73152" cy="73152"/>
          </a:xfrm>
          <a:prstGeom prst="rect">
            <a:avLst/>
          </a:prstGeom>
          <a:solidFill>
            <a:srgbClr val="0E2540"/>
          </a:solidFill>
          <a:ln cap="flat" cmpd="sng" w="9525">
            <a:solidFill>
              <a:srgbClr val="FFFFF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459" name="Google Shape;459;p17"/>
          <p:cNvSpPr/>
          <p:nvPr/>
        </p:nvSpPr>
        <p:spPr>
          <a:xfrm>
            <a:off x="9117673" y="3775219"/>
            <a:ext cx="73152" cy="73152"/>
          </a:xfrm>
          <a:prstGeom prst="rect">
            <a:avLst/>
          </a:prstGeom>
          <a:solidFill>
            <a:srgbClr val="0E2540"/>
          </a:solidFill>
          <a:ln cap="flat" cmpd="sng" w="9525">
            <a:solidFill>
              <a:srgbClr val="FFFFF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460" name="Google Shape;460;p17"/>
          <p:cNvSpPr/>
          <p:nvPr/>
        </p:nvSpPr>
        <p:spPr>
          <a:xfrm>
            <a:off x="9207284" y="3775219"/>
            <a:ext cx="73152" cy="73152"/>
          </a:xfrm>
          <a:prstGeom prst="rect">
            <a:avLst/>
          </a:prstGeom>
          <a:solidFill>
            <a:srgbClr val="0E2540"/>
          </a:solidFill>
          <a:ln cap="flat" cmpd="sng" w="9525">
            <a:solidFill>
              <a:srgbClr val="FFFFF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461" name="Google Shape;461;p17"/>
          <p:cNvSpPr/>
          <p:nvPr/>
        </p:nvSpPr>
        <p:spPr>
          <a:xfrm>
            <a:off x="9296896" y="3775219"/>
            <a:ext cx="73152" cy="73152"/>
          </a:xfrm>
          <a:prstGeom prst="rect">
            <a:avLst/>
          </a:prstGeom>
          <a:solidFill>
            <a:srgbClr val="0E2540"/>
          </a:solidFill>
          <a:ln cap="flat" cmpd="sng" w="9525">
            <a:solidFill>
              <a:srgbClr val="FFFFF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462" name="Google Shape;462;p17"/>
          <p:cNvSpPr/>
          <p:nvPr/>
        </p:nvSpPr>
        <p:spPr>
          <a:xfrm>
            <a:off x="9386507" y="3775219"/>
            <a:ext cx="73152" cy="73152"/>
          </a:xfrm>
          <a:prstGeom prst="rect">
            <a:avLst/>
          </a:prstGeom>
          <a:solidFill>
            <a:srgbClr val="0E2540"/>
          </a:solidFill>
          <a:ln cap="flat" cmpd="sng" w="9525">
            <a:solidFill>
              <a:srgbClr val="FFFFF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463" name="Google Shape;463;p17"/>
          <p:cNvSpPr/>
          <p:nvPr/>
        </p:nvSpPr>
        <p:spPr>
          <a:xfrm>
            <a:off x="9476118" y="3775219"/>
            <a:ext cx="73152" cy="73152"/>
          </a:xfrm>
          <a:prstGeom prst="rect">
            <a:avLst/>
          </a:prstGeom>
          <a:solidFill>
            <a:srgbClr val="0E2540"/>
          </a:solidFill>
          <a:ln cap="flat" cmpd="sng" w="9525">
            <a:solidFill>
              <a:srgbClr val="FFFFF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464" name="Google Shape;464;p17"/>
          <p:cNvSpPr/>
          <p:nvPr/>
        </p:nvSpPr>
        <p:spPr>
          <a:xfrm>
            <a:off x="9565729" y="3775219"/>
            <a:ext cx="73152" cy="73152"/>
          </a:xfrm>
          <a:prstGeom prst="rect">
            <a:avLst/>
          </a:prstGeom>
          <a:solidFill>
            <a:srgbClr val="0E2540"/>
          </a:solidFill>
          <a:ln cap="flat" cmpd="sng" w="9525">
            <a:solidFill>
              <a:srgbClr val="FFFFF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465" name="Google Shape;465;p17"/>
          <p:cNvSpPr/>
          <p:nvPr/>
        </p:nvSpPr>
        <p:spPr>
          <a:xfrm>
            <a:off x="8580006" y="3864830"/>
            <a:ext cx="73152" cy="73152"/>
          </a:xfrm>
          <a:prstGeom prst="rect">
            <a:avLst/>
          </a:prstGeom>
          <a:solidFill>
            <a:srgbClr val="0E2540"/>
          </a:solidFill>
          <a:ln cap="flat" cmpd="sng" w="9525">
            <a:solidFill>
              <a:srgbClr val="FFFFF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466" name="Google Shape;466;p17"/>
          <p:cNvSpPr/>
          <p:nvPr/>
        </p:nvSpPr>
        <p:spPr>
          <a:xfrm>
            <a:off x="8669617" y="3864830"/>
            <a:ext cx="73152" cy="73152"/>
          </a:xfrm>
          <a:prstGeom prst="rect">
            <a:avLst/>
          </a:prstGeom>
          <a:solidFill>
            <a:srgbClr val="0E2540"/>
          </a:solidFill>
          <a:ln cap="flat" cmpd="sng" w="9525">
            <a:solidFill>
              <a:srgbClr val="FFFFF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467" name="Google Shape;467;p17"/>
          <p:cNvSpPr/>
          <p:nvPr/>
        </p:nvSpPr>
        <p:spPr>
          <a:xfrm>
            <a:off x="8759228" y="3864830"/>
            <a:ext cx="73152" cy="73152"/>
          </a:xfrm>
          <a:prstGeom prst="rect">
            <a:avLst/>
          </a:prstGeom>
          <a:solidFill>
            <a:srgbClr val="0E2540"/>
          </a:solidFill>
          <a:ln cap="flat" cmpd="sng" w="9525">
            <a:solidFill>
              <a:srgbClr val="FFFFF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468" name="Google Shape;468;p17"/>
          <p:cNvSpPr/>
          <p:nvPr/>
        </p:nvSpPr>
        <p:spPr>
          <a:xfrm>
            <a:off x="8848840" y="3864830"/>
            <a:ext cx="73152" cy="73152"/>
          </a:xfrm>
          <a:prstGeom prst="rect">
            <a:avLst/>
          </a:prstGeom>
          <a:solidFill>
            <a:srgbClr val="0E2540"/>
          </a:solidFill>
          <a:ln cap="flat" cmpd="sng" w="9525">
            <a:solidFill>
              <a:srgbClr val="FFFFF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469" name="Google Shape;469;p17"/>
          <p:cNvSpPr/>
          <p:nvPr/>
        </p:nvSpPr>
        <p:spPr>
          <a:xfrm>
            <a:off x="8938451" y="3864830"/>
            <a:ext cx="73152" cy="73152"/>
          </a:xfrm>
          <a:prstGeom prst="rect">
            <a:avLst/>
          </a:prstGeom>
          <a:solidFill>
            <a:srgbClr val="0E2540"/>
          </a:solidFill>
          <a:ln cap="flat" cmpd="sng" w="9525">
            <a:solidFill>
              <a:srgbClr val="FFFFF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470" name="Google Shape;470;p17"/>
          <p:cNvSpPr/>
          <p:nvPr/>
        </p:nvSpPr>
        <p:spPr>
          <a:xfrm>
            <a:off x="9028062" y="3864830"/>
            <a:ext cx="73152" cy="73152"/>
          </a:xfrm>
          <a:prstGeom prst="rect">
            <a:avLst/>
          </a:prstGeom>
          <a:solidFill>
            <a:srgbClr val="0E2540"/>
          </a:solidFill>
          <a:ln cap="flat" cmpd="sng" w="9525">
            <a:solidFill>
              <a:srgbClr val="FFFFF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471" name="Google Shape;471;p17"/>
          <p:cNvSpPr/>
          <p:nvPr/>
        </p:nvSpPr>
        <p:spPr>
          <a:xfrm>
            <a:off x="9117673" y="3864830"/>
            <a:ext cx="73152" cy="73152"/>
          </a:xfrm>
          <a:prstGeom prst="rect">
            <a:avLst/>
          </a:prstGeom>
          <a:solidFill>
            <a:srgbClr val="0E2540"/>
          </a:solidFill>
          <a:ln cap="flat" cmpd="sng" w="9525">
            <a:solidFill>
              <a:srgbClr val="FFFFF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472" name="Google Shape;472;p17"/>
          <p:cNvSpPr/>
          <p:nvPr/>
        </p:nvSpPr>
        <p:spPr>
          <a:xfrm>
            <a:off x="9207284" y="3864830"/>
            <a:ext cx="73152" cy="73152"/>
          </a:xfrm>
          <a:prstGeom prst="rect">
            <a:avLst/>
          </a:prstGeom>
          <a:solidFill>
            <a:srgbClr val="0E2540"/>
          </a:solidFill>
          <a:ln cap="flat" cmpd="sng" w="9525">
            <a:solidFill>
              <a:srgbClr val="FFFFF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473" name="Google Shape;473;p17"/>
          <p:cNvSpPr/>
          <p:nvPr/>
        </p:nvSpPr>
        <p:spPr>
          <a:xfrm>
            <a:off x="9296896" y="3864830"/>
            <a:ext cx="73152" cy="73152"/>
          </a:xfrm>
          <a:prstGeom prst="rect">
            <a:avLst/>
          </a:prstGeom>
          <a:solidFill>
            <a:srgbClr val="0E2540"/>
          </a:solidFill>
          <a:ln cap="flat" cmpd="sng" w="9525">
            <a:solidFill>
              <a:srgbClr val="FFFFF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474" name="Google Shape;474;p17"/>
          <p:cNvSpPr/>
          <p:nvPr/>
        </p:nvSpPr>
        <p:spPr>
          <a:xfrm>
            <a:off x="9386507" y="3864830"/>
            <a:ext cx="73152" cy="73152"/>
          </a:xfrm>
          <a:prstGeom prst="rect">
            <a:avLst/>
          </a:prstGeom>
          <a:solidFill>
            <a:srgbClr val="0E2540"/>
          </a:solidFill>
          <a:ln cap="flat" cmpd="sng" w="9525">
            <a:solidFill>
              <a:srgbClr val="FFFFF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475" name="Google Shape;475;p17"/>
          <p:cNvSpPr/>
          <p:nvPr/>
        </p:nvSpPr>
        <p:spPr>
          <a:xfrm>
            <a:off x="9476118" y="3864830"/>
            <a:ext cx="73152" cy="73152"/>
          </a:xfrm>
          <a:prstGeom prst="rect">
            <a:avLst/>
          </a:prstGeom>
          <a:solidFill>
            <a:srgbClr val="0E2540"/>
          </a:solidFill>
          <a:ln cap="flat" cmpd="sng" w="9525">
            <a:solidFill>
              <a:srgbClr val="FFFFF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476" name="Google Shape;476;p17"/>
          <p:cNvSpPr/>
          <p:nvPr/>
        </p:nvSpPr>
        <p:spPr>
          <a:xfrm>
            <a:off x="9565729" y="3864830"/>
            <a:ext cx="73152" cy="73152"/>
          </a:xfrm>
          <a:prstGeom prst="rect">
            <a:avLst/>
          </a:prstGeom>
          <a:solidFill>
            <a:srgbClr val="0E2540"/>
          </a:solidFill>
          <a:ln cap="flat" cmpd="sng" w="9525">
            <a:solidFill>
              <a:srgbClr val="FFFFF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477" name="Google Shape;477;p17"/>
          <p:cNvSpPr/>
          <p:nvPr/>
        </p:nvSpPr>
        <p:spPr>
          <a:xfrm>
            <a:off x="8580006" y="3954442"/>
            <a:ext cx="73152" cy="73152"/>
          </a:xfrm>
          <a:prstGeom prst="rect">
            <a:avLst/>
          </a:prstGeom>
          <a:solidFill>
            <a:srgbClr val="0E2540"/>
          </a:solidFill>
          <a:ln cap="flat" cmpd="sng" w="9525">
            <a:solidFill>
              <a:srgbClr val="FFFFF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478" name="Google Shape;478;p17"/>
          <p:cNvSpPr/>
          <p:nvPr/>
        </p:nvSpPr>
        <p:spPr>
          <a:xfrm>
            <a:off x="8669617" y="3954442"/>
            <a:ext cx="73152" cy="73152"/>
          </a:xfrm>
          <a:prstGeom prst="rect">
            <a:avLst/>
          </a:prstGeom>
          <a:solidFill>
            <a:srgbClr val="0E2540"/>
          </a:solidFill>
          <a:ln cap="flat" cmpd="sng" w="9525">
            <a:solidFill>
              <a:srgbClr val="FFFFF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479" name="Google Shape;479;p17"/>
          <p:cNvSpPr/>
          <p:nvPr/>
        </p:nvSpPr>
        <p:spPr>
          <a:xfrm>
            <a:off x="8759228" y="3954442"/>
            <a:ext cx="73152" cy="73152"/>
          </a:xfrm>
          <a:prstGeom prst="rect">
            <a:avLst/>
          </a:prstGeom>
          <a:solidFill>
            <a:srgbClr val="0E2540"/>
          </a:solidFill>
          <a:ln cap="flat" cmpd="sng" w="9525">
            <a:solidFill>
              <a:srgbClr val="FFFFF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480" name="Google Shape;480;p17"/>
          <p:cNvSpPr/>
          <p:nvPr/>
        </p:nvSpPr>
        <p:spPr>
          <a:xfrm>
            <a:off x="8848840" y="3954442"/>
            <a:ext cx="73152" cy="73152"/>
          </a:xfrm>
          <a:prstGeom prst="rect">
            <a:avLst/>
          </a:prstGeom>
          <a:solidFill>
            <a:srgbClr val="0E2540"/>
          </a:solidFill>
          <a:ln cap="flat" cmpd="sng" w="9525">
            <a:solidFill>
              <a:srgbClr val="FFFFF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481" name="Google Shape;481;p17"/>
          <p:cNvSpPr/>
          <p:nvPr/>
        </p:nvSpPr>
        <p:spPr>
          <a:xfrm>
            <a:off x="8938451" y="3954442"/>
            <a:ext cx="73152" cy="73152"/>
          </a:xfrm>
          <a:prstGeom prst="rect">
            <a:avLst/>
          </a:prstGeom>
          <a:solidFill>
            <a:srgbClr val="0E2540"/>
          </a:solidFill>
          <a:ln cap="flat" cmpd="sng" w="9525">
            <a:solidFill>
              <a:srgbClr val="FFFFF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482" name="Google Shape;482;p17"/>
          <p:cNvSpPr/>
          <p:nvPr/>
        </p:nvSpPr>
        <p:spPr>
          <a:xfrm>
            <a:off x="9028062" y="3954442"/>
            <a:ext cx="73152" cy="73152"/>
          </a:xfrm>
          <a:prstGeom prst="rect">
            <a:avLst/>
          </a:prstGeom>
          <a:solidFill>
            <a:srgbClr val="0E2540"/>
          </a:solidFill>
          <a:ln cap="flat" cmpd="sng" w="9525">
            <a:solidFill>
              <a:srgbClr val="FFFFF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483" name="Google Shape;483;p17"/>
          <p:cNvSpPr/>
          <p:nvPr/>
        </p:nvSpPr>
        <p:spPr>
          <a:xfrm>
            <a:off x="9117673" y="3954442"/>
            <a:ext cx="73152" cy="73152"/>
          </a:xfrm>
          <a:prstGeom prst="rect">
            <a:avLst/>
          </a:prstGeom>
          <a:solidFill>
            <a:srgbClr val="0E2540"/>
          </a:solidFill>
          <a:ln cap="flat" cmpd="sng" w="9525">
            <a:solidFill>
              <a:srgbClr val="FFFFF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484" name="Google Shape;484;p17"/>
          <p:cNvSpPr/>
          <p:nvPr/>
        </p:nvSpPr>
        <p:spPr>
          <a:xfrm>
            <a:off x="9207284" y="3954442"/>
            <a:ext cx="73152" cy="73152"/>
          </a:xfrm>
          <a:prstGeom prst="rect">
            <a:avLst/>
          </a:prstGeom>
          <a:solidFill>
            <a:srgbClr val="0E2540"/>
          </a:solidFill>
          <a:ln cap="flat" cmpd="sng" w="9525">
            <a:solidFill>
              <a:srgbClr val="FFFFF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485" name="Google Shape;485;p17"/>
          <p:cNvSpPr/>
          <p:nvPr/>
        </p:nvSpPr>
        <p:spPr>
          <a:xfrm>
            <a:off x="9296896" y="3954442"/>
            <a:ext cx="73152" cy="73152"/>
          </a:xfrm>
          <a:prstGeom prst="rect">
            <a:avLst/>
          </a:prstGeom>
          <a:solidFill>
            <a:srgbClr val="0E2540"/>
          </a:solidFill>
          <a:ln cap="flat" cmpd="sng" w="9525">
            <a:solidFill>
              <a:srgbClr val="FFFFF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486" name="Google Shape;486;p17"/>
          <p:cNvSpPr/>
          <p:nvPr/>
        </p:nvSpPr>
        <p:spPr>
          <a:xfrm>
            <a:off x="9386507" y="3954442"/>
            <a:ext cx="73152" cy="73152"/>
          </a:xfrm>
          <a:prstGeom prst="rect">
            <a:avLst/>
          </a:prstGeom>
          <a:solidFill>
            <a:srgbClr val="0E2540"/>
          </a:solidFill>
          <a:ln cap="flat" cmpd="sng" w="9525">
            <a:solidFill>
              <a:srgbClr val="FFFFF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487" name="Google Shape;487;p17"/>
          <p:cNvSpPr/>
          <p:nvPr/>
        </p:nvSpPr>
        <p:spPr>
          <a:xfrm>
            <a:off x="9476118" y="3954442"/>
            <a:ext cx="73152" cy="73152"/>
          </a:xfrm>
          <a:prstGeom prst="rect">
            <a:avLst/>
          </a:prstGeom>
          <a:solidFill>
            <a:srgbClr val="0E2540"/>
          </a:solidFill>
          <a:ln cap="flat" cmpd="sng" w="9525">
            <a:solidFill>
              <a:srgbClr val="FFFFF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488" name="Google Shape;488;p17"/>
          <p:cNvSpPr/>
          <p:nvPr/>
        </p:nvSpPr>
        <p:spPr>
          <a:xfrm>
            <a:off x="9565729" y="3954442"/>
            <a:ext cx="73152" cy="73152"/>
          </a:xfrm>
          <a:prstGeom prst="rect">
            <a:avLst/>
          </a:prstGeom>
          <a:solidFill>
            <a:srgbClr val="0E2540"/>
          </a:solidFill>
          <a:ln cap="flat" cmpd="sng" w="9525">
            <a:solidFill>
              <a:srgbClr val="FFFFF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489" name="Google Shape;489;p17"/>
          <p:cNvSpPr/>
          <p:nvPr/>
        </p:nvSpPr>
        <p:spPr>
          <a:xfrm>
            <a:off x="8580006" y="4044053"/>
            <a:ext cx="73152" cy="73152"/>
          </a:xfrm>
          <a:prstGeom prst="rect">
            <a:avLst/>
          </a:prstGeom>
          <a:solidFill>
            <a:srgbClr val="0E2540"/>
          </a:solidFill>
          <a:ln cap="flat" cmpd="sng" w="9525">
            <a:solidFill>
              <a:srgbClr val="FFFFF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490" name="Google Shape;490;p17"/>
          <p:cNvSpPr/>
          <p:nvPr/>
        </p:nvSpPr>
        <p:spPr>
          <a:xfrm>
            <a:off x="8669617" y="4044053"/>
            <a:ext cx="73152" cy="73152"/>
          </a:xfrm>
          <a:prstGeom prst="rect">
            <a:avLst/>
          </a:prstGeom>
          <a:solidFill>
            <a:srgbClr val="0E2540"/>
          </a:solidFill>
          <a:ln cap="flat" cmpd="sng" w="9525">
            <a:solidFill>
              <a:srgbClr val="FFFFF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491" name="Google Shape;491;p17"/>
          <p:cNvSpPr/>
          <p:nvPr/>
        </p:nvSpPr>
        <p:spPr>
          <a:xfrm>
            <a:off x="8759228" y="4044053"/>
            <a:ext cx="73152" cy="73152"/>
          </a:xfrm>
          <a:prstGeom prst="rect">
            <a:avLst/>
          </a:prstGeom>
          <a:solidFill>
            <a:srgbClr val="0E2540"/>
          </a:solidFill>
          <a:ln cap="flat" cmpd="sng" w="9525">
            <a:solidFill>
              <a:srgbClr val="FFFFF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492" name="Google Shape;492;p17"/>
          <p:cNvSpPr/>
          <p:nvPr/>
        </p:nvSpPr>
        <p:spPr>
          <a:xfrm>
            <a:off x="8848840" y="4044053"/>
            <a:ext cx="73152" cy="73152"/>
          </a:xfrm>
          <a:prstGeom prst="rect">
            <a:avLst/>
          </a:prstGeom>
          <a:solidFill>
            <a:srgbClr val="0E2540"/>
          </a:solidFill>
          <a:ln cap="flat" cmpd="sng" w="9525">
            <a:solidFill>
              <a:srgbClr val="FFFFF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493" name="Google Shape;493;p17"/>
          <p:cNvSpPr/>
          <p:nvPr/>
        </p:nvSpPr>
        <p:spPr>
          <a:xfrm>
            <a:off x="8938451" y="4044053"/>
            <a:ext cx="73152" cy="73152"/>
          </a:xfrm>
          <a:prstGeom prst="rect">
            <a:avLst/>
          </a:prstGeom>
          <a:solidFill>
            <a:srgbClr val="0E2540"/>
          </a:solidFill>
          <a:ln cap="flat" cmpd="sng" w="9525">
            <a:solidFill>
              <a:srgbClr val="FFFFF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494" name="Google Shape;494;p17"/>
          <p:cNvSpPr/>
          <p:nvPr/>
        </p:nvSpPr>
        <p:spPr>
          <a:xfrm>
            <a:off x="9028062" y="4044053"/>
            <a:ext cx="73152" cy="73152"/>
          </a:xfrm>
          <a:prstGeom prst="rect">
            <a:avLst/>
          </a:prstGeom>
          <a:solidFill>
            <a:srgbClr val="0E2540"/>
          </a:solidFill>
          <a:ln cap="flat" cmpd="sng" w="9525">
            <a:solidFill>
              <a:srgbClr val="FFFFF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495" name="Google Shape;495;p17"/>
          <p:cNvSpPr/>
          <p:nvPr/>
        </p:nvSpPr>
        <p:spPr>
          <a:xfrm>
            <a:off x="9117673" y="4044053"/>
            <a:ext cx="73152" cy="73152"/>
          </a:xfrm>
          <a:prstGeom prst="rect">
            <a:avLst/>
          </a:prstGeom>
          <a:solidFill>
            <a:srgbClr val="0E2540"/>
          </a:solidFill>
          <a:ln cap="flat" cmpd="sng" w="9525">
            <a:solidFill>
              <a:srgbClr val="FFFFF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496" name="Google Shape;496;p17"/>
          <p:cNvSpPr/>
          <p:nvPr/>
        </p:nvSpPr>
        <p:spPr>
          <a:xfrm>
            <a:off x="9207284" y="4044053"/>
            <a:ext cx="73152" cy="73152"/>
          </a:xfrm>
          <a:prstGeom prst="rect">
            <a:avLst/>
          </a:prstGeom>
          <a:solidFill>
            <a:srgbClr val="0E2540"/>
          </a:solidFill>
          <a:ln cap="flat" cmpd="sng" w="9525">
            <a:solidFill>
              <a:srgbClr val="FFFFF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497" name="Google Shape;497;p17"/>
          <p:cNvSpPr/>
          <p:nvPr/>
        </p:nvSpPr>
        <p:spPr>
          <a:xfrm>
            <a:off x="9296896" y="4044053"/>
            <a:ext cx="73152" cy="73152"/>
          </a:xfrm>
          <a:prstGeom prst="rect">
            <a:avLst/>
          </a:prstGeom>
          <a:solidFill>
            <a:srgbClr val="0E2540"/>
          </a:solidFill>
          <a:ln cap="flat" cmpd="sng" w="9525">
            <a:solidFill>
              <a:srgbClr val="FFFFF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498" name="Google Shape;498;p17"/>
          <p:cNvSpPr/>
          <p:nvPr/>
        </p:nvSpPr>
        <p:spPr>
          <a:xfrm>
            <a:off x="9386507" y="4044053"/>
            <a:ext cx="73152" cy="73152"/>
          </a:xfrm>
          <a:prstGeom prst="rect">
            <a:avLst/>
          </a:prstGeom>
          <a:solidFill>
            <a:srgbClr val="0E2540"/>
          </a:solidFill>
          <a:ln cap="flat" cmpd="sng" w="9525">
            <a:solidFill>
              <a:srgbClr val="FFFFF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499" name="Google Shape;499;p17"/>
          <p:cNvSpPr/>
          <p:nvPr/>
        </p:nvSpPr>
        <p:spPr>
          <a:xfrm>
            <a:off x="9476118" y="4044053"/>
            <a:ext cx="73152" cy="73152"/>
          </a:xfrm>
          <a:prstGeom prst="rect">
            <a:avLst/>
          </a:prstGeom>
          <a:solidFill>
            <a:srgbClr val="0E2540"/>
          </a:solidFill>
          <a:ln cap="flat" cmpd="sng" w="9525">
            <a:solidFill>
              <a:srgbClr val="FFFFF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500" name="Google Shape;500;p17"/>
          <p:cNvSpPr/>
          <p:nvPr/>
        </p:nvSpPr>
        <p:spPr>
          <a:xfrm>
            <a:off x="9565729" y="4044053"/>
            <a:ext cx="73152" cy="73152"/>
          </a:xfrm>
          <a:prstGeom prst="rect">
            <a:avLst/>
          </a:prstGeom>
          <a:solidFill>
            <a:srgbClr val="0E2540"/>
          </a:solidFill>
          <a:ln cap="flat" cmpd="sng" w="9525">
            <a:solidFill>
              <a:srgbClr val="FFFFF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501" name="Google Shape;501;p17"/>
          <p:cNvSpPr/>
          <p:nvPr/>
        </p:nvSpPr>
        <p:spPr>
          <a:xfrm>
            <a:off x="8580006" y="4133664"/>
            <a:ext cx="73152" cy="73152"/>
          </a:xfrm>
          <a:prstGeom prst="rect">
            <a:avLst/>
          </a:prstGeom>
          <a:solidFill>
            <a:srgbClr val="0E2540"/>
          </a:solidFill>
          <a:ln cap="flat" cmpd="sng" w="9525">
            <a:solidFill>
              <a:srgbClr val="FFFFF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502" name="Google Shape;502;p17"/>
          <p:cNvSpPr/>
          <p:nvPr/>
        </p:nvSpPr>
        <p:spPr>
          <a:xfrm>
            <a:off x="8669617" y="4133664"/>
            <a:ext cx="73152" cy="73152"/>
          </a:xfrm>
          <a:prstGeom prst="rect">
            <a:avLst/>
          </a:prstGeom>
          <a:solidFill>
            <a:srgbClr val="0E2540"/>
          </a:solidFill>
          <a:ln cap="flat" cmpd="sng" w="9525">
            <a:solidFill>
              <a:srgbClr val="FFFFF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503" name="Google Shape;503;p17"/>
          <p:cNvSpPr/>
          <p:nvPr/>
        </p:nvSpPr>
        <p:spPr>
          <a:xfrm>
            <a:off x="8759228" y="4133664"/>
            <a:ext cx="73152" cy="73152"/>
          </a:xfrm>
          <a:prstGeom prst="rect">
            <a:avLst/>
          </a:prstGeom>
          <a:solidFill>
            <a:srgbClr val="0E2540"/>
          </a:solidFill>
          <a:ln cap="flat" cmpd="sng" w="9525">
            <a:solidFill>
              <a:srgbClr val="FFFFF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504" name="Google Shape;504;p17"/>
          <p:cNvSpPr/>
          <p:nvPr/>
        </p:nvSpPr>
        <p:spPr>
          <a:xfrm>
            <a:off x="8848840" y="4133664"/>
            <a:ext cx="73152" cy="73152"/>
          </a:xfrm>
          <a:prstGeom prst="rect">
            <a:avLst/>
          </a:prstGeom>
          <a:solidFill>
            <a:srgbClr val="0E2540"/>
          </a:solidFill>
          <a:ln cap="flat" cmpd="sng" w="9525">
            <a:solidFill>
              <a:srgbClr val="FFFFF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505" name="Google Shape;505;p17"/>
          <p:cNvSpPr/>
          <p:nvPr/>
        </p:nvSpPr>
        <p:spPr>
          <a:xfrm>
            <a:off x="8938451" y="4133664"/>
            <a:ext cx="73152" cy="73152"/>
          </a:xfrm>
          <a:prstGeom prst="rect">
            <a:avLst/>
          </a:prstGeom>
          <a:solidFill>
            <a:srgbClr val="0E2540"/>
          </a:solidFill>
          <a:ln cap="flat" cmpd="sng" w="9525">
            <a:solidFill>
              <a:srgbClr val="FFFFF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506" name="Google Shape;506;p17"/>
          <p:cNvSpPr/>
          <p:nvPr/>
        </p:nvSpPr>
        <p:spPr>
          <a:xfrm>
            <a:off x="9028062" y="4133664"/>
            <a:ext cx="73152" cy="73152"/>
          </a:xfrm>
          <a:prstGeom prst="rect">
            <a:avLst/>
          </a:prstGeom>
          <a:solidFill>
            <a:srgbClr val="0E2540"/>
          </a:solidFill>
          <a:ln cap="flat" cmpd="sng" w="9525">
            <a:solidFill>
              <a:srgbClr val="FFFFF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507" name="Google Shape;507;p17"/>
          <p:cNvSpPr/>
          <p:nvPr/>
        </p:nvSpPr>
        <p:spPr>
          <a:xfrm>
            <a:off x="9117673" y="4133664"/>
            <a:ext cx="73152" cy="73152"/>
          </a:xfrm>
          <a:prstGeom prst="rect">
            <a:avLst/>
          </a:prstGeom>
          <a:solidFill>
            <a:srgbClr val="0E2540"/>
          </a:solidFill>
          <a:ln cap="flat" cmpd="sng" w="9525">
            <a:solidFill>
              <a:srgbClr val="FFFFF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508" name="Google Shape;508;p17"/>
          <p:cNvSpPr/>
          <p:nvPr/>
        </p:nvSpPr>
        <p:spPr>
          <a:xfrm>
            <a:off x="9207284" y="4133664"/>
            <a:ext cx="73152" cy="73152"/>
          </a:xfrm>
          <a:prstGeom prst="rect">
            <a:avLst/>
          </a:prstGeom>
          <a:solidFill>
            <a:srgbClr val="0E2540"/>
          </a:solidFill>
          <a:ln cap="flat" cmpd="sng" w="9525">
            <a:solidFill>
              <a:srgbClr val="FFFFF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509" name="Google Shape;509;p17"/>
          <p:cNvSpPr/>
          <p:nvPr/>
        </p:nvSpPr>
        <p:spPr>
          <a:xfrm>
            <a:off x="9296896" y="4133664"/>
            <a:ext cx="73152" cy="73152"/>
          </a:xfrm>
          <a:prstGeom prst="rect">
            <a:avLst/>
          </a:prstGeom>
          <a:solidFill>
            <a:srgbClr val="0E2540"/>
          </a:solidFill>
          <a:ln cap="flat" cmpd="sng" w="9525">
            <a:solidFill>
              <a:srgbClr val="FFFFF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510" name="Google Shape;510;p17"/>
          <p:cNvSpPr/>
          <p:nvPr/>
        </p:nvSpPr>
        <p:spPr>
          <a:xfrm>
            <a:off x="9386507" y="4133664"/>
            <a:ext cx="73152" cy="73152"/>
          </a:xfrm>
          <a:prstGeom prst="rect">
            <a:avLst/>
          </a:prstGeom>
          <a:solidFill>
            <a:srgbClr val="0E2540"/>
          </a:solidFill>
          <a:ln cap="flat" cmpd="sng" w="9525">
            <a:solidFill>
              <a:srgbClr val="FFFFF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511" name="Google Shape;511;p17"/>
          <p:cNvSpPr/>
          <p:nvPr/>
        </p:nvSpPr>
        <p:spPr>
          <a:xfrm>
            <a:off x="9476118" y="4133664"/>
            <a:ext cx="73152" cy="73152"/>
          </a:xfrm>
          <a:prstGeom prst="rect">
            <a:avLst/>
          </a:prstGeom>
          <a:solidFill>
            <a:srgbClr val="0E2540"/>
          </a:solidFill>
          <a:ln cap="flat" cmpd="sng" w="9525">
            <a:solidFill>
              <a:srgbClr val="FFFFF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512" name="Google Shape;512;p17"/>
          <p:cNvSpPr/>
          <p:nvPr/>
        </p:nvSpPr>
        <p:spPr>
          <a:xfrm>
            <a:off x="9565729" y="4133664"/>
            <a:ext cx="73152" cy="73152"/>
          </a:xfrm>
          <a:prstGeom prst="rect">
            <a:avLst/>
          </a:prstGeom>
          <a:solidFill>
            <a:srgbClr val="0E2540"/>
          </a:solidFill>
          <a:ln cap="flat" cmpd="sng" w="9525">
            <a:solidFill>
              <a:srgbClr val="FFFFF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513" name="Google Shape;513;p17"/>
          <p:cNvSpPr/>
          <p:nvPr/>
        </p:nvSpPr>
        <p:spPr>
          <a:xfrm>
            <a:off x="8580006" y="4223275"/>
            <a:ext cx="73152" cy="73152"/>
          </a:xfrm>
          <a:prstGeom prst="rect">
            <a:avLst/>
          </a:prstGeom>
          <a:solidFill>
            <a:srgbClr val="0E2540"/>
          </a:solidFill>
          <a:ln cap="flat" cmpd="sng" w="9525">
            <a:solidFill>
              <a:srgbClr val="FFFFF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514" name="Google Shape;514;p17"/>
          <p:cNvSpPr/>
          <p:nvPr/>
        </p:nvSpPr>
        <p:spPr>
          <a:xfrm>
            <a:off x="8669617" y="4223275"/>
            <a:ext cx="73152" cy="73152"/>
          </a:xfrm>
          <a:prstGeom prst="rect">
            <a:avLst/>
          </a:prstGeom>
          <a:solidFill>
            <a:srgbClr val="0E2540"/>
          </a:solidFill>
          <a:ln cap="flat" cmpd="sng" w="9525">
            <a:solidFill>
              <a:srgbClr val="FFFFF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515" name="Google Shape;515;p17"/>
          <p:cNvSpPr/>
          <p:nvPr/>
        </p:nvSpPr>
        <p:spPr>
          <a:xfrm>
            <a:off x="8759228" y="4223275"/>
            <a:ext cx="73152" cy="73152"/>
          </a:xfrm>
          <a:prstGeom prst="rect">
            <a:avLst/>
          </a:prstGeom>
          <a:solidFill>
            <a:srgbClr val="0E2540"/>
          </a:solidFill>
          <a:ln cap="flat" cmpd="sng" w="9525">
            <a:solidFill>
              <a:srgbClr val="FFFFF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516" name="Google Shape;516;p17"/>
          <p:cNvSpPr/>
          <p:nvPr/>
        </p:nvSpPr>
        <p:spPr>
          <a:xfrm>
            <a:off x="8848840" y="4223275"/>
            <a:ext cx="73152" cy="73152"/>
          </a:xfrm>
          <a:prstGeom prst="rect">
            <a:avLst/>
          </a:prstGeom>
          <a:solidFill>
            <a:srgbClr val="0E2540"/>
          </a:solidFill>
          <a:ln cap="flat" cmpd="sng" w="9525">
            <a:solidFill>
              <a:srgbClr val="FFFFF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517" name="Google Shape;517;p17"/>
          <p:cNvSpPr/>
          <p:nvPr/>
        </p:nvSpPr>
        <p:spPr>
          <a:xfrm>
            <a:off x="8938451" y="4223275"/>
            <a:ext cx="73152" cy="73152"/>
          </a:xfrm>
          <a:prstGeom prst="rect">
            <a:avLst/>
          </a:prstGeom>
          <a:solidFill>
            <a:srgbClr val="0E2540"/>
          </a:solidFill>
          <a:ln cap="flat" cmpd="sng" w="9525">
            <a:solidFill>
              <a:srgbClr val="FFFFF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518" name="Google Shape;518;p17"/>
          <p:cNvSpPr/>
          <p:nvPr/>
        </p:nvSpPr>
        <p:spPr>
          <a:xfrm>
            <a:off x="9028062" y="4223275"/>
            <a:ext cx="73152" cy="73152"/>
          </a:xfrm>
          <a:prstGeom prst="rect">
            <a:avLst/>
          </a:prstGeom>
          <a:solidFill>
            <a:srgbClr val="0E2540"/>
          </a:solidFill>
          <a:ln cap="flat" cmpd="sng" w="9525">
            <a:solidFill>
              <a:srgbClr val="FFFFF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519" name="Google Shape;519;p17"/>
          <p:cNvSpPr/>
          <p:nvPr/>
        </p:nvSpPr>
        <p:spPr>
          <a:xfrm>
            <a:off x="9117673" y="4223275"/>
            <a:ext cx="73152" cy="73152"/>
          </a:xfrm>
          <a:prstGeom prst="rect">
            <a:avLst/>
          </a:prstGeom>
          <a:solidFill>
            <a:srgbClr val="0E2540"/>
          </a:solidFill>
          <a:ln cap="flat" cmpd="sng" w="9525">
            <a:solidFill>
              <a:srgbClr val="FFFFF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520" name="Google Shape;520;p17"/>
          <p:cNvSpPr/>
          <p:nvPr/>
        </p:nvSpPr>
        <p:spPr>
          <a:xfrm>
            <a:off x="9207284" y="4223275"/>
            <a:ext cx="73152" cy="73152"/>
          </a:xfrm>
          <a:prstGeom prst="rect">
            <a:avLst/>
          </a:prstGeom>
          <a:solidFill>
            <a:srgbClr val="0E2540"/>
          </a:solidFill>
          <a:ln cap="flat" cmpd="sng" w="9525">
            <a:solidFill>
              <a:srgbClr val="FFFFF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521" name="Google Shape;521;p17"/>
          <p:cNvSpPr/>
          <p:nvPr/>
        </p:nvSpPr>
        <p:spPr>
          <a:xfrm>
            <a:off x="9296896" y="4223275"/>
            <a:ext cx="73152" cy="73152"/>
          </a:xfrm>
          <a:prstGeom prst="rect">
            <a:avLst/>
          </a:prstGeom>
          <a:solidFill>
            <a:srgbClr val="0E2540"/>
          </a:solidFill>
          <a:ln cap="flat" cmpd="sng" w="9525">
            <a:solidFill>
              <a:srgbClr val="FFFFF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522" name="Google Shape;522;p17"/>
          <p:cNvSpPr/>
          <p:nvPr/>
        </p:nvSpPr>
        <p:spPr>
          <a:xfrm>
            <a:off x="9386507" y="4223275"/>
            <a:ext cx="73152" cy="73152"/>
          </a:xfrm>
          <a:prstGeom prst="rect">
            <a:avLst/>
          </a:prstGeom>
          <a:solidFill>
            <a:srgbClr val="0E2540"/>
          </a:solidFill>
          <a:ln cap="flat" cmpd="sng" w="9525">
            <a:solidFill>
              <a:srgbClr val="FFFFF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523" name="Google Shape;523;p17"/>
          <p:cNvSpPr/>
          <p:nvPr/>
        </p:nvSpPr>
        <p:spPr>
          <a:xfrm>
            <a:off x="9476118" y="4223275"/>
            <a:ext cx="73152" cy="73152"/>
          </a:xfrm>
          <a:prstGeom prst="rect">
            <a:avLst/>
          </a:prstGeom>
          <a:solidFill>
            <a:srgbClr val="0E2540"/>
          </a:solidFill>
          <a:ln cap="flat" cmpd="sng" w="9525">
            <a:solidFill>
              <a:srgbClr val="FFFFF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524" name="Google Shape;524;p17"/>
          <p:cNvSpPr/>
          <p:nvPr/>
        </p:nvSpPr>
        <p:spPr>
          <a:xfrm>
            <a:off x="9565729" y="4223275"/>
            <a:ext cx="73152" cy="73152"/>
          </a:xfrm>
          <a:prstGeom prst="rect">
            <a:avLst/>
          </a:prstGeom>
          <a:solidFill>
            <a:srgbClr val="0E2540"/>
          </a:solidFill>
          <a:ln cap="flat" cmpd="sng" w="9525">
            <a:solidFill>
              <a:srgbClr val="FFFFF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525" name="Google Shape;525;p17"/>
          <p:cNvSpPr/>
          <p:nvPr/>
        </p:nvSpPr>
        <p:spPr>
          <a:xfrm>
            <a:off x="8580006" y="4312886"/>
            <a:ext cx="73152" cy="73152"/>
          </a:xfrm>
          <a:prstGeom prst="rect">
            <a:avLst/>
          </a:prstGeom>
          <a:solidFill>
            <a:srgbClr val="0E2540"/>
          </a:solidFill>
          <a:ln cap="flat" cmpd="sng" w="9525">
            <a:solidFill>
              <a:srgbClr val="FFFFF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526" name="Google Shape;526;p17"/>
          <p:cNvSpPr/>
          <p:nvPr/>
        </p:nvSpPr>
        <p:spPr>
          <a:xfrm>
            <a:off x="8669617" y="4312886"/>
            <a:ext cx="73152" cy="73152"/>
          </a:xfrm>
          <a:prstGeom prst="rect">
            <a:avLst/>
          </a:prstGeom>
          <a:solidFill>
            <a:srgbClr val="0E2540"/>
          </a:solidFill>
          <a:ln cap="flat" cmpd="sng" w="9525">
            <a:solidFill>
              <a:srgbClr val="FFFFF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527" name="Google Shape;527;p17"/>
          <p:cNvSpPr/>
          <p:nvPr/>
        </p:nvSpPr>
        <p:spPr>
          <a:xfrm>
            <a:off x="8759228" y="4312886"/>
            <a:ext cx="73152" cy="73152"/>
          </a:xfrm>
          <a:prstGeom prst="rect">
            <a:avLst/>
          </a:prstGeom>
          <a:solidFill>
            <a:srgbClr val="0E2540"/>
          </a:solidFill>
          <a:ln cap="flat" cmpd="sng" w="9525">
            <a:solidFill>
              <a:srgbClr val="FFFFF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528" name="Google Shape;528;p17"/>
          <p:cNvSpPr/>
          <p:nvPr/>
        </p:nvSpPr>
        <p:spPr>
          <a:xfrm>
            <a:off x="8848840" y="4312886"/>
            <a:ext cx="73152" cy="73152"/>
          </a:xfrm>
          <a:prstGeom prst="rect">
            <a:avLst/>
          </a:prstGeom>
          <a:solidFill>
            <a:srgbClr val="0E2540"/>
          </a:solidFill>
          <a:ln cap="flat" cmpd="sng" w="9525">
            <a:solidFill>
              <a:srgbClr val="FFFFF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529" name="Google Shape;529;p17"/>
          <p:cNvSpPr/>
          <p:nvPr/>
        </p:nvSpPr>
        <p:spPr>
          <a:xfrm>
            <a:off x="8938451" y="4312886"/>
            <a:ext cx="73152" cy="73152"/>
          </a:xfrm>
          <a:prstGeom prst="rect">
            <a:avLst/>
          </a:prstGeom>
          <a:solidFill>
            <a:srgbClr val="0E2540"/>
          </a:solidFill>
          <a:ln cap="flat" cmpd="sng" w="9525">
            <a:solidFill>
              <a:srgbClr val="FFFFF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530" name="Google Shape;530;p17"/>
          <p:cNvSpPr/>
          <p:nvPr/>
        </p:nvSpPr>
        <p:spPr>
          <a:xfrm>
            <a:off x="9028062" y="4312886"/>
            <a:ext cx="73152" cy="73152"/>
          </a:xfrm>
          <a:prstGeom prst="rect">
            <a:avLst/>
          </a:prstGeom>
          <a:solidFill>
            <a:srgbClr val="0E2540"/>
          </a:solidFill>
          <a:ln cap="flat" cmpd="sng" w="9525">
            <a:solidFill>
              <a:srgbClr val="FFFFF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531" name="Google Shape;531;p17"/>
          <p:cNvSpPr/>
          <p:nvPr/>
        </p:nvSpPr>
        <p:spPr>
          <a:xfrm>
            <a:off x="9117673" y="4312886"/>
            <a:ext cx="73152" cy="73152"/>
          </a:xfrm>
          <a:prstGeom prst="rect">
            <a:avLst/>
          </a:prstGeom>
          <a:solidFill>
            <a:srgbClr val="0E2540"/>
          </a:solidFill>
          <a:ln cap="flat" cmpd="sng" w="9525">
            <a:solidFill>
              <a:srgbClr val="FFFFF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532" name="Google Shape;532;p17"/>
          <p:cNvSpPr/>
          <p:nvPr/>
        </p:nvSpPr>
        <p:spPr>
          <a:xfrm>
            <a:off x="9207284" y="4312886"/>
            <a:ext cx="73152" cy="73152"/>
          </a:xfrm>
          <a:prstGeom prst="rect">
            <a:avLst/>
          </a:prstGeom>
          <a:solidFill>
            <a:srgbClr val="0E2540"/>
          </a:solidFill>
          <a:ln cap="flat" cmpd="sng" w="9525">
            <a:solidFill>
              <a:srgbClr val="FFFFF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533" name="Google Shape;533;p17"/>
          <p:cNvSpPr/>
          <p:nvPr/>
        </p:nvSpPr>
        <p:spPr>
          <a:xfrm>
            <a:off x="9296896" y="4312886"/>
            <a:ext cx="73152" cy="73152"/>
          </a:xfrm>
          <a:prstGeom prst="rect">
            <a:avLst/>
          </a:prstGeom>
          <a:solidFill>
            <a:srgbClr val="0E2540"/>
          </a:solidFill>
          <a:ln cap="flat" cmpd="sng" w="9525">
            <a:solidFill>
              <a:srgbClr val="FFFFF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534" name="Google Shape;534;p17"/>
          <p:cNvSpPr/>
          <p:nvPr/>
        </p:nvSpPr>
        <p:spPr>
          <a:xfrm>
            <a:off x="9386507" y="4312886"/>
            <a:ext cx="73152" cy="73152"/>
          </a:xfrm>
          <a:prstGeom prst="rect">
            <a:avLst/>
          </a:prstGeom>
          <a:solidFill>
            <a:srgbClr val="0E2540"/>
          </a:solidFill>
          <a:ln cap="flat" cmpd="sng" w="9525">
            <a:solidFill>
              <a:srgbClr val="FFFFF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535" name="Google Shape;535;p17"/>
          <p:cNvSpPr/>
          <p:nvPr/>
        </p:nvSpPr>
        <p:spPr>
          <a:xfrm>
            <a:off x="9476118" y="4312886"/>
            <a:ext cx="73152" cy="73152"/>
          </a:xfrm>
          <a:prstGeom prst="rect">
            <a:avLst/>
          </a:prstGeom>
          <a:solidFill>
            <a:srgbClr val="0E2540"/>
          </a:solidFill>
          <a:ln cap="flat" cmpd="sng" w="9525">
            <a:solidFill>
              <a:srgbClr val="FFFFF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536" name="Google Shape;536;p17"/>
          <p:cNvSpPr/>
          <p:nvPr/>
        </p:nvSpPr>
        <p:spPr>
          <a:xfrm>
            <a:off x="9565729" y="4312886"/>
            <a:ext cx="73152" cy="73152"/>
          </a:xfrm>
          <a:prstGeom prst="rect">
            <a:avLst/>
          </a:prstGeom>
          <a:solidFill>
            <a:srgbClr val="0E2540"/>
          </a:solidFill>
          <a:ln cap="flat" cmpd="sng" w="9525">
            <a:solidFill>
              <a:srgbClr val="FFFFF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cxnSp>
        <p:nvCxnSpPr>
          <p:cNvPr id="537" name="Google Shape;537;p17"/>
          <p:cNvCxnSpPr/>
          <p:nvPr/>
        </p:nvCxnSpPr>
        <p:spPr>
          <a:xfrm>
            <a:off x="10180206" y="4060512"/>
            <a:ext cx="301752" cy="0"/>
          </a:xfrm>
          <a:prstGeom prst="straightConnector1">
            <a:avLst/>
          </a:prstGeom>
          <a:noFill/>
          <a:ln cap="flat" cmpd="sng" w="25400">
            <a:solidFill>
              <a:srgbClr val="0D8F86"/>
            </a:solidFill>
            <a:prstDash val="solid"/>
            <a:round/>
            <a:headEnd len="sm" w="sm" type="none"/>
            <a:tailEnd len="med" w="med" type="triangle"/>
          </a:ln>
        </p:spPr>
      </p:cxnSp>
      <p:sp>
        <p:nvSpPr>
          <p:cNvPr id="538" name="Google Shape;538;p17"/>
          <p:cNvSpPr/>
          <p:nvPr/>
        </p:nvSpPr>
        <p:spPr>
          <a:xfrm>
            <a:off x="10472814" y="3475296"/>
            <a:ext cx="1325880" cy="164592"/>
          </a:xfrm>
          <a:prstGeom prst="rect">
            <a:avLst/>
          </a:prstGeom>
          <a:noFill/>
          <a:ln>
            <a:noFill/>
          </a:ln>
        </p:spPr>
        <p:txBody>
          <a:bodyPr anchorCtr="0" anchor="ctr" bIns="375" lIns="375" spcFirstLastPara="1" rIns="375" wrap="square" tIns="375">
            <a:normAutofit/>
          </a:bodyPr>
          <a:lstStyle/>
          <a:p>
            <a:pPr indent="0" lvl="0" marL="0" marR="0" rtl="0" algn="ctr">
              <a:spcBef>
                <a:spcPts val="0"/>
              </a:spcBef>
              <a:spcAft>
                <a:spcPts val="0"/>
              </a:spcAft>
              <a:buClr>
                <a:srgbClr val="142238"/>
              </a:buClr>
              <a:buSzPts val="880"/>
              <a:buFont typeface="Arial"/>
              <a:buNone/>
            </a:pPr>
            <a:r>
              <a:rPr lang="en-US" sz="880">
                <a:solidFill>
                  <a:srgbClr val="142238"/>
                </a:solidFill>
                <a:latin typeface="Arial"/>
                <a:ea typeface="Arial"/>
                <a:cs typeface="Arial"/>
                <a:sym typeface="Arial"/>
              </a:rPr>
              <a:t>36,324 tokens (14.5%)</a:t>
            </a:r>
            <a:endParaRPr sz="880">
              <a:solidFill>
                <a:schemeClr val="dk1"/>
              </a:solidFill>
              <a:latin typeface="Arial"/>
              <a:ea typeface="Arial"/>
              <a:cs typeface="Arial"/>
              <a:sym typeface="Arial"/>
            </a:endParaRPr>
          </a:p>
        </p:txBody>
      </p:sp>
      <p:sp>
        <p:nvSpPr>
          <p:cNvPr id="539" name="Google Shape;539;p17"/>
          <p:cNvSpPr/>
          <p:nvPr/>
        </p:nvSpPr>
        <p:spPr>
          <a:xfrm>
            <a:off x="10646550" y="3895920"/>
            <a:ext cx="82296" cy="82296"/>
          </a:xfrm>
          <a:prstGeom prst="rect">
            <a:avLst/>
          </a:prstGeom>
          <a:solidFill>
            <a:srgbClr val="0D8F86"/>
          </a:solidFill>
          <a:ln cap="flat" cmpd="sng" w="9525">
            <a:solidFill>
              <a:srgbClr val="FFFFF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540" name="Google Shape;540;p17"/>
          <p:cNvSpPr/>
          <p:nvPr/>
        </p:nvSpPr>
        <p:spPr>
          <a:xfrm>
            <a:off x="10747134" y="3895920"/>
            <a:ext cx="82296" cy="82296"/>
          </a:xfrm>
          <a:prstGeom prst="rect">
            <a:avLst/>
          </a:prstGeom>
          <a:solidFill>
            <a:srgbClr val="0D8F86"/>
          </a:solidFill>
          <a:ln cap="flat" cmpd="sng" w="9525">
            <a:solidFill>
              <a:srgbClr val="FFFFF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541" name="Google Shape;541;p17"/>
          <p:cNvSpPr/>
          <p:nvPr/>
        </p:nvSpPr>
        <p:spPr>
          <a:xfrm>
            <a:off x="10847718" y="3895920"/>
            <a:ext cx="82296" cy="82296"/>
          </a:xfrm>
          <a:prstGeom prst="rect">
            <a:avLst/>
          </a:prstGeom>
          <a:solidFill>
            <a:srgbClr val="0D8F86"/>
          </a:solidFill>
          <a:ln cap="flat" cmpd="sng" w="9525">
            <a:solidFill>
              <a:srgbClr val="FFFFF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542" name="Google Shape;542;p17"/>
          <p:cNvSpPr/>
          <p:nvPr/>
        </p:nvSpPr>
        <p:spPr>
          <a:xfrm>
            <a:off x="10948302" y="3895920"/>
            <a:ext cx="82296" cy="82296"/>
          </a:xfrm>
          <a:prstGeom prst="rect">
            <a:avLst/>
          </a:prstGeom>
          <a:solidFill>
            <a:srgbClr val="0D8F86"/>
          </a:solidFill>
          <a:ln cap="flat" cmpd="sng" w="9525">
            <a:solidFill>
              <a:srgbClr val="FFFFF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543" name="Google Shape;543;p17"/>
          <p:cNvSpPr/>
          <p:nvPr/>
        </p:nvSpPr>
        <p:spPr>
          <a:xfrm>
            <a:off x="11048886" y="3895920"/>
            <a:ext cx="82296" cy="82296"/>
          </a:xfrm>
          <a:prstGeom prst="rect">
            <a:avLst/>
          </a:prstGeom>
          <a:solidFill>
            <a:srgbClr val="0D8F86"/>
          </a:solidFill>
          <a:ln cap="flat" cmpd="sng" w="9525">
            <a:solidFill>
              <a:srgbClr val="FFFFF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544" name="Google Shape;544;p17"/>
          <p:cNvSpPr/>
          <p:nvPr/>
        </p:nvSpPr>
        <p:spPr>
          <a:xfrm>
            <a:off x="11149470" y="3895920"/>
            <a:ext cx="82296" cy="82296"/>
          </a:xfrm>
          <a:prstGeom prst="rect">
            <a:avLst/>
          </a:prstGeom>
          <a:solidFill>
            <a:srgbClr val="0D8F86"/>
          </a:solidFill>
          <a:ln cap="flat" cmpd="sng" w="9525">
            <a:solidFill>
              <a:srgbClr val="FFFFF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545" name="Google Shape;545;p17"/>
          <p:cNvSpPr/>
          <p:nvPr/>
        </p:nvSpPr>
        <p:spPr>
          <a:xfrm>
            <a:off x="11250054" y="3895920"/>
            <a:ext cx="82296" cy="82296"/>
          </a:xfrm>
          <a:prstGeom prst="rect">
            <a:avLst/>
          </a:prstGeom>
          <a:solidFill>
            <a:srgbClr val="0D8F86"/>
          </a:solidFill>
          <a:ln cap="flat" cmpd="sng" w="9525">
            <a:solidFill>
              <a:srgbClr val="FFFFF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546" name="Google Shape;546;p17"/>
          <p:cNvSpPr/>
          <p:nvPr/>
        </p:nvSpPr>
        <p:spPr>
          <a:xfrm>
            <a:off x="10646550" y="3996504"/>
            <a:ext cx="82296" cy="82296"/>
          </a:xfrm>
          <a:prstGeom prst="rect">
            <a:avLst/>
          </a:prstGeom>
          <a:solidFill>
            <a:srgbClr val="0D8F86"/>
          </a:solidFill>
          <a:ln cap="flat" cmpd="sng" w="9525">
            <a:solidFill>
              <a:srgbClr val="FFFFF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547" name="Google Shape;547;p17"/>
          <p:cNvSpPr/>
          <p:nvPr/>
        </p:nvSpPr>
        <p:spPr>
          <a:xfrm>
            <a:off x="10747134" y="3996504"/>
            <a:ext cx="82296" cy="82296"/>
          </a:xfrm>
          <a:prstGeom prst="rect">
            <a:avLst/>
          </a:prstGeom>
          <a:solidFill>
            <a:srgbClr val="0D8F86"/>
          </a:solidFill>
          <a:ln cap="flat" cmpd="sng" w="9525">
            <a:solidFill>
              <a:srgbClr val="FFFFF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548" name="Google Shape;548;p17"/>
          <p:cNvSpPr/>
          <p:nvPr/>
        </p:nvSpPr>
        <p:spPr>
          <a:xfrm>
            <a:off x="10847718" y="3996504"/>
            <a:ext cx="82296" cy="82296"/>
          </a:xfrm>
          <a:prstGeom prst="rect">
            <a:avLst/>
          </a:prstGeom>
          <a:solidFill>
            <a:srgbClr val="0D8F86"/>
          </a:solidFill>
          <a:ln cap="flat" cmpd="sng" w="9525">
            <a:solidFill>
              <a:srgbClr val="FFFFF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549" name="Google Shape;549;p17"/>
          <p:cNvSpPr/>
          <p:nvPr/>
        </p:nvSpPr>
        <p:spPr>
          <a:xfrm>
            <a:off x="10948302" y="3996504"/>
            <a:ext cx="82296" cy="82296"/>
          </a:xfrm>
          <a:prstGeom prst="rect">
            <a:avLst/>
          </a:prstGeom>
          <a:solidFill>
            <a:srgbClr val="0D8F86"/>
          </a:solidFill>
          <a:ln cap="flat" cmpd="sng" w="9525">
            <a:solidFill>
              <a:srgbClr val="FFFFF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550" name="Google Shape;550;p17"/>
          <p:cNvSpPr/>
          <p:nvPr/>
        </p:nvSpPr>
        <p:spPr>
          <a:xfrm>
            <a:off x="11048886" y="3996504"/>
            <a:ext cx="82296" cy="82296"/>
          </a:xfrm>
          <a:prstGeom prst="rect">
            <a:avLst/>
          </a:prstGeom>
          <a:solidFill>
            <a:srgbClr val="0D8F86"/>
          </a:solidFill>
          <a:ln cap="flat" cmpd="sng" w="9525">
            <a:solidFill>
              <a:srgbClr val="FFFFF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551" name="Google Shape;551;p17"/>
          <p:cNvSpPr/>
          <p:nvPr/>
        </p:nvSpPr>
        <p:spPr>
          <a:xfrm>
            <a:off x="11149470" y="3996504"/>
            <a:ext cx="82296" cy="82296"/>
          </a:xfrm>
          <a:prstGeom prst="rect">
            <a:avLst/>
          </a:prstGeom>
          <a:solidFill>
            <a:srgbClr val="0D8F86"/>
          </a:solidFill>
          <a:ln cap="flat" cmpd="sng" w="9525">
            <a:solidFill>
              <a:srgbClr val="FFFFF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552" name="Google Shape;552;p17"/>
          <p:cNvSpPr/>
          <p:nvPr/>
        </p:nvSpPr>
        <p:spPr>
          <a:xfrm>
            <a:off x="11250054" y="3996504"/>
            <a:ext cx="82296" cy="82296"/>
          </a:xfrm>
          <a:prstGeom prst="rect">
            <a:avLst/>
          </a:prstGeom>
          <a:solidFill>
            <a:srgbClr val="0D8F86"/>
          </a:solidFill>
          <a:ln cap="flat" cmpd="sng" w="9525">
            <a:solidFill>
              <a:srgbClr val="FFFFF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553" name="Google Shape;553;p17"/>
          <p:cNvSpPr/>
          <p:nvPr/>
        </p:nvSpPr>
        <p:spPr>
          <a:xfrm>
            <a:off x="10646550" y="4097088"/>
            <a:ext cx="82296" cy="82296"/>
          </a:xfrm>
          <a:prstGeom prst="rect">
            <a:avLst/>
          </a:prstGeom>
          <a:solidFill>
            <a:srgbClr val="0D8F86"/>
          </a:solidFill>
          <a:ln cap="flat" cmpd="sng" w="9525">
            <a:solidFill>
              <a:srgbClr val="FFFFF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554" name="Google Shape;554;p17"/>
          <p:cNvSpPr/>
          <p:nvPr/>
        </p:nvSpPr>
        <p:spPr>
          <a:xfrm>
            <a:off x="10747134" y="4097088"/>
            <a:ext cx="82296" cy="82296"/>
          </a:xfrm>
          <a:prstGeom prst="rect">
            <a:avLst/>
          </a:prstGeom>
          <a:solidFill>
            <a:srgbClr val="0D8F86"/>
          </a:solidFill>
          <a:ln cap="flat" cmpd="sng" w="9525">
            <a:solidFill>
              <a:srgbClr val="FFFFF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555" name="Google Shape;555;p17"/>
          <p:cNvSpPr/>
          <p:nvPr/>
        </p:nvSpPr>
        <p:spPr>
          <a:xfrm>
            <a:off x="10847718" y="4097088"/>
            <a:ext cx="82296" cy="82296"/>
          </a:xfrm>
          <a:prstGeom prst="rect">
            <a:avLst/>
          </a:prstGeom>
          <a:solidFill>
            <a:srgbClr val="0D8F86"/>
          </a:solidFill>
          <a:ln cap="flat" cmpd="sng" w="9525">
            <a:solidFill>
              <a:srgbClr val="FFFFF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556" name="Google Shape;556;p17"/>
          <p:cNvSpPr/>
          <p:nvPr/>
        </p:nvSpPr>
        <p:spPr>
          <a:xfrm>
            <a:off x="10948302" y="4097088"/>
            <a:ext cx="82296" cy="82296"/>
          </a:xfrm>
          <a:prstGeom prst="rect">
            <a:avLst/>
          </a:prstGeom>
          <a:solidFill>
            <a:srgbClr val="0D8F86"/>
          </a:solidFill>
          <a:ln cap="flat" cmpd="sng" w="9525">
            <a:solidFill>
              <a:srgbClr val="FFFFF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557" name="Google Shape;557;p17"/>
          <p:cNvSpPr/>
          <p:nvPr/>
        </p:nvSpPr>
        <p:spPr>
          <a:xfrm>
            <a:off x="11048886" y="4097088"/>
            <a:ext cx="82296" cy="82296"/>
          </a:xfrm>
          <a:prstGeom prst="rect">
            <a:avLst/>
          </a:prstGeom>
          <a:solidFill>
            <a:srgbClr val="0D8F86"/>
          </a:solidFill>
          <a:ln cap="flat" cmpd="sng" w="9525">
            <a:solidFill>
              <a:srgbClr val="FFFFF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558" name="Google Shape;558;p17"/>
          <p:cNvSpPr/>
          <p:nvPr/>
        </p:nvSpPr>
        <p:spPr>
          <a:xfrm>
            <a:off x="11149470" y="4097088"/>
            <a:ext cx="82296" cy="82296"/>
          </a:xfrm>
          <a:prstGeom prst="rect">
            <a:avLst/>
          </a:prstGeom>
          <a:solidFill>
            <a:srgbClr val="0D8F86"/>
          </a:solidFill>
          <a:ln cap="flat" cmpd="sng" w="9525">
            <a:solidFill>
              <a:srgbClr val="FFFFF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559" name="Google Shape;559;p17"/>
          <p:cNvSpPr/>
          <p:nvPr/>
        </p:nvSpPr>
        <p:spPr>
          <a:xfrm>
            <a:off x="11250054" y="4097088"/>
            <a:ext cx="82296" cy="82296"/>
          </a:xfrm>
          <a:prstGeom prst="rect">
            <a:avLst/>
          </a:prstGeom>
          <a:solidFill>
            <a:srgbClr val="0D8F86"/>
          </a:solidFill>
          <a:ln cap="flat" cmpd="sng" w="9525">
            <a:solidFill>
              <a:srgbClr val="FFFFF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560" name="Google Shape;560;p17"/>
          <p:cNvSpPr/>
          <p:nvPr/>
        </p:nvSpPr>
        <p:spPr>
          <a:xfrm>
            <a:off x="8561718" y="5102928"/>
            <a:ext cx="3218688" cy="640080"/>
          </a:xfrm>
          <a:prstGeom prst="roundRect">
            <a:avLst>
              <a:gd fmla="val 10000" name="adj"/>
            </a:avLst>
          </a:prstGeom>
          <a:solidFill>
            <a:srgbClr val="E8F8F5"/>
          </a:solidFill>
          <a:ln cap="flat" cmpd="sng" w="11425">
            <a:solidFill>
              <a:srgbClr val="7DC5BD"/>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561" name="Google Shape;561;p17"/>
          <p:cNvSpPr/>
          <p:nvPr/>
        </p:nvSpPr>
        <p:spPr>
          <a:xfrm>
            <a:off x="8726310" y="5230944"/>
            <a:ext cx="384048" cy="329184"/>
          </a:xfrm>
          <a:prstGeom prst="rect">
            <a:avLst/>
          </a:prstGeom>
          <a:noFill/>
          <a:ln>
            <a:noFill/>
          </a:ln>
        </p:spPr>
        <p:txBody>
          <a:bodyPr anchorCtr="0" anchor="ctr" bIns="0" lIns="0" spcFirstLastPara="1" rIns="0" wrap="square" tIns="0">
            <a:normAutofit/>
          </a:bodyPr>
          <a:lstStyle/>
          <a:p>
            <a:pPr indent="0" lvl="0" marL="0" marR="0" rtl="0" algn="ctr">
              <a:lnSpc>
                <a:spcPct val="90000"/>
              </a:lnSpc>
              <a:spcBef>
                <a:spcPts val="0"/>
              </a:spcBef>
              <a:spcAft>
                <a:spcPts val="0"/>
              </a:spcAft>
              <a:buClr>
                <a:srgbClr val="0D8F86"/>
              </a:buClr>
              <a:buSzPts val="2300"/>
              <a:buFont typeface="Arial"/>
              <a:buNone/>
            </a:pPr>
            <a:r>
              <a:rPr b="1" lang="en-US" sz="2300">
                <a:solidFill>
                  <a:srgbClr val="0D8F86"/>
                </a:solidFill>
                <a:latin typeface="Arial"/>
                <a:ea typeface="Arial"/>
                <a:cs typeface="Arial"/>
                <a:sym typeface="Arial"/>
              </a:rPr>
              <a:t>◎</a:t>
            </a:r>
            <a:endParaRPr sz="2300">
              <a:solidFill>
                <a:schemeClr val="dk1"/>
              </a:solidFill>
              <a:latin typeface="Arial"/>
              <a:ea typeface="Arial"/>
              <a:cs typeface="Arial"/>
              <a:sym typeface="Arial"/>
            </a:endParaRPr>
          </a:p>
        </p:txBody>
      </p:sp>
      <p:sp>
        <p:nvSpPr>
          <p:cNvPr id="562" name="Google Shape;562;p17"/>
          <p:cNvSpPr/>
          <p:nvPr/>
        </p:nvSpPr>
        <p:spPr>
          <a:xfrm>
            <a:off x="9247518" y="5166936"/>
            <a:ext cx="2331720" cy="502920"/>
          </a:xfrm>
          <a:prstGeom prst="rect">
            <a:avLst/>
          </a:prstGeom>
          <a:noFill/>
          <a:ln>
            <a:noFill/>
          </a:ln>
        </p:spPr>
        <p:txBody>
          <a:bodyPr anchorCtr="0" anchor="ctr" bIns="125" lIns="125" spcFirstLastPara="1" rIns="125" wrap="square" tIns="125">
            <a:normAutofit/>
          </a:bodyPr>
          <a:lstStyle/>
          <a:p>
            <a:pPr indent="0" lvl="0" marL="0" marR="0" rtl="0" algn="l">
              <a:lnSpc>
                <a:spcPct val="90000"/>
              </a:lnSpc>
              <a:spcBef>
                <a:spcPts val="0"/>
              </a:spcBef>
              <a:spcAft>
                <a:spcPts val="0"/>
              </a:spcAft>
              <a:buClr>
                <a:srgbClr val="142238"/>
              </a:buClr>
              <a:buSzPts val="860"/>
              <a:buFont typeface="Arial"/>
              <a:buNone/>
            </a:pPr>
            <a:r>
              <a:rPr lang="en-US" sz="860">
                <a:solidFill>
                  <a:srgbClr val="142238"/>
                </a:solidFill>
                <a:latin typeface="Arial"/>
                <a:ea typeface="Arial"/>
                <a:cs typeface="Arial"/>
                <a:sym typeface="Arial"/>
              </a:rPr>
              <a:t>Mục tiêu: giảm mạnh kích thước</a:t>
            </a:r>
            <a:endParaRPr sz="860">
              <a:solidFill>
                <a:schemeClr val="dk1"/>
              </a:solidFill>
              <a:latin typeface="Arial"/>
              <a:ea typeface="Arial"/>
              <a:cs typeface="Arial"/>
              <a:sym typeface="Arial"/>
            </a:endParaRPr>
          </a:p>
          <a:p>
            <a:pPr indent="0" lvl="0" marL="0" marR="0" rtl="0" algn="l">
              <a:lnSpc>
                <a:spcPct val="90000"/>
              </a:lnSpc>
              <a:spcBef>
                <a:spcPts val="0"/>
              </a:spcBef>
              <a:spcAft>
                <a:spcPts val="0"/>
              </a:spcAft>
              <a:buClr>
                <a:srgbClr val="142238"/>
              </a:buClr>
              <a:buSzPts val="860"/>
              <a:buFont typeface="Arial"/>
              <a:buNone/>
            </a:pPr>
            <a:r>
              <a:rPr lang="en-US" sz="860">
                <a:solidFill>
                  <a:srgbClr val="142238"/>
                </a:solidFill>
                <a:latin typeface="Arial"/>
                <a:ea typeface="Arial"/>
                <a:cs typeface="Arial"/>
                <a:sym typeface="Arial"/>
              </a:rPr>
              <a:t>embedding matrix, trong khi vẫn giữ</a:t>
            </a:r>
            <a:endParaRPr sz="860">
              <a:solidFill>
                <a:schemeClr val="dk1"/>
              </a:solidFill>
              <a:latin typeface="Arial"/>
              <a:ea typeface="Arial"/>
              <a:cs typeface="Arial"/>
              <a:sym typeface="Arial"/>
            </a:endParaRPr>
          </a:p>
          <a:p>
            <a:pPr indent="0" lvl="0" marL="0" marR="0" rtl="0" algn="l">
              <a:lnSpc>
                <a:spcPct val="90000"/>
              </a:lnSpc>
              <a:spcBef>
                <a:spcPts val="0"/>
              </a:spcBef>
              <a:spcAft>
                <a:spcPts val="0"/>
              </a:spcAft>
              <a:buClr>
                <a:srgbClr val="142238"/>
              </a:buClr>
              <a:buSzPts val="860"/>
              <a:buFont typeface="Arial"/>
              <a:buNone/>
            </a:pPr>
            <a:r>
              <a:rPr lang="en-US" sz="860">
                <a:solidFill>
                  <a:srgbClr val="142238"/>
                </a:solidFill>
                <a:latin typeface="Arial"/>
                <a:ea typeface="Arial"/>
                <a:cs typeface="Arial"/>
                <a:sym typeface="Arial"/>
              </a:rPr>
              <a:t>các token cần thiết cho miền dữ liệu</a:t>
            </a:r>
            <a:endParaRPr sz="860">
              <a:solidFill>
                <a:srgbClr val="142238"/>
              </a:solidFill>
              <a:latin typeface="Arial"/>
              <a:ea typeface="Arial"/>
              <a:cs typeface="Arial"/>
              <a:sym typeface="Arial"/>
            </a:endParaRPr>
          </a:p>
          <a:p>
            <a:pPr indent="0" lvl="0" marL="0" marR="0" rtl="0" algn="l">
              <a:lnSpc>
                <a:spcPct val="90000"/>
              </a:lnSpc>
              <a:spcBef>
                <a:spcPts val="0"/>
              </a:spcBef>
              <a:spcAft>
                <a:spcPts val="0"/>
              </a:spcAft>
              <a:buClr>
                <a:srgbClr val="142238"/>
              </a:buClr>
              <a:buSzPts val="860"/>
              <a:buFont typeface="Arial"/>
              <a:buNone/>
            </a:pPr>
            <a:r>
              <a:rPr lang="en-US" sz="860">
                <a:solidFill>
                  <a:srgbClr val="142238"/>
                </a:solidFill>
                <a:latin typeface="Arial"/>
                <a:ea typeface="Arial"/>
                <a:cs typeface="Arial"/>
                <a:sym typeface="Arial"/>
              </a:rPr>
              <a:t>=&gt; UNK rate: 0% câu hỏi, 0.025% corpus</a:t>
            </a:r>
            <a:endParaRPr sz="860">
              <a:solidFill>
                <a:schemeClr val="dk1"/>
              </a:solidFill>
              <a:latin typeface="Arial"/>
              <a:ea typeface="Arial"/>
              <a:cs typeface="Arial"/>
              <a:sym typeface="Arial"/>
            </a:endParaRPr>
          </a:p>
        </p:txBody>
      </p:sp>
      <p:sp>
        <p:nvSpPr>
          <p:cNvPr id="563" name="Google Shape;563;p17"/>
          <p:cNvSpPr txBox="1"/>
          <p:nvPr/>
        </p:nvSpPr>
        <p:spPr>
          <a:xfrm>
            <a:off x="274320" y="862642"/>
            <a:ext cx="7735824"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800">
                <a:solidFill>
                  <a:schemeClr val="dk1"/>
                </a:solidFill>
                <a:latin typeface="Arial"/>
                <a:ea typeface="Arial"/>
                <a:cs typeface="Arial"/>
                <a:sym typeface="Arial"/>
              </a:rPr>
              <a:t>Cắt tỉa từ vựng</a:t>
            </a:r>
            <a:endParaRPr b="1" sz="1800">
              <a:solidFill>
                <a:schemeClr val="dk1"/>
              </a:solidFill>
              <a:latin typeface="Arial"/>
              <a:ea typeface="Arial"/>
              <a:cs typeface="Arial"/>
              <a:sym typeface="Arial"/>
            </a:endParaRPr>
          </a:p>
        </p:txBody>
      </p:sp>
      <p:sp>
        <p:nvSpPr>
          <p:cNvPr id="564" name="Google Shape;564;p17"/>
          <p:cNvSpPr txBox="1"/>
          <p:nvPr/>
        </p:nvSpPr>
        <p:spPr>
          <a:xfrm>
            <a:off x="11684000" y="6540500"/>
            <a:ext cx="381000" cy="190500"/>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lang="en-US" sz="1000">
                <a:solidFill>
                  <a:srgbClr val="505050"/>
                </a:solidFill>
                <a:latin typeface="Arial"/>
                <a:ea typeface="Arial"/>
                <a:cs typeface="Arial"/>
                <a:sym typeface="Arial"/>
              </a:rPr>
              <a:t>18</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9" name="Shape 569"/>
        <p:cNvGrpSpPr/>
        <p:nvPr/>
      </p:nvGrpSpPr>
      <p:grpSpPr>
        <a:xfrm>
          <a:off x="0" y="0"/>
          <a:ext cx="0" cy="0"/>
          <a:chOff x="0" y="0"/>
          <a:chExt cx="0" cy="0"/>
        </a:xfrm>
      </p:grpSpPr>
      <p:sp>
        <p:nvSpPr>
          <p:cNvPr id="570" name="Google Shape;570;p19"/>
          <p:cNvSpPr txBox="1"/>
          <p:nvPr/>
        </p:nvSpPr>
        <p:spPr>
          <a:xfrm>
            <a:off x="338760" y="112680"/>
            <a:ext cx="11514240" cy="435600"/>
          </a:xfrm>
          <a:prstGeom prst="rect">
            <a:avLst/>
          </a:prstGeom>
          <a:noFill/>
          <a:ln>
            <a:noFill/>
          </a:ln>
        </p:spPr>
        <p:txBody>
          <a:bodyPr anchorCtr="0" anchor="t" bIns="45000" lIns="90000" spcFirstLastPara="1" rIns="90000" wrap="square" tIns="45000">
            <a:noAutofit/>
          </a:bodyPr>
          <a:lstStyle/>
          <a:p>
            <a:pPr indent="0" lvl="0" marL="0" marR="0" rtl="0" algn="l">
              <a:lnSpc>
                <a:spcPct val="100000"/>
              </a:lnSpc>
              <a:spcBef>
                <a:spcPts val="0"/>
              </a:spcBef>
              <a:spcAft>
                <a:spcPts val="0"/>
              </a:spcAft>
              <a:buClr>
                <a:srgbClr val="FFFFFF"/>
              </a:buClr>
              <a:buSzPts val="2800"/>
              <a:buFont typeface="Arial"/>
              <a:buNone/>
            </a:pPr>
            <a:r>
              <a:rPr b="0" i="0" lang="en-US" sz="2800" u="none" cap="none" strike="noStrike">
                <a:solidFill>
                  <a:srgbClr val="FFFFFF"/>
                </a:solidFill>
                <a:latin typeface="Arial"/>
                <a:ea typeface="Arial"/>
                <a:cs typeface="Arial"/>
                <a:sym typeface="Arial"/>
              </a:rPr>
              <a:t>3. Giải pháp đề xuất</a:t>
            </a:r>
            <a:endParaRPr b="0" i="0" sz="2800" u="none" cap="none" strike="noStrike">
              <a:solidFill>
                <a:srgbClr val="FFFFFF"/>
              </a:solidFill>
              <a:latin typeface="Arial"/>
              <a:ea typeface="Arial"/>
              <a:cs typeface="Arial"/>
              <a:sym typeface="Arial"/>
            </a:endParaRPr>
          </a:p>
        </p:txBody>
      </p:sp>
      <p:sp>
        <p:nvSpPr>
          <p:cNvPr id="571" name="Google Shape;571;p19"/>
          <p:cNvSpPr txBox="1"/>
          <p:nvPr/>
        </p:nvSpPr>
        <p:spPr>
          <a:xfrm>
            <a:off x="3349925" y="3906044"/>
            <a:ext cx="5584166" cy="307777"/>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F2A43"/>
              </a:buClr>
              <a:buSzPts val="1400"/>
              <a:buFont typeface="Cambria"/>
              <a:buNone/>
            </a:pPr>
            <a:r>
              <a:rPr b="1" i="0" lang="en-US" sz="1400" u="none" cap="none" strike="noStrike">
                <a:solidFill>
                  <a:srgbClr val="0F2A43"/>
                </a:solidFill>
                <a:latin typeface="Cambria"/>
                <a:ea typeface="Cambria"/>
                <a:cs typeface="Cambria"/>
                <a:sym typeface="Cambria"/>
              </a:rPr>
              <a:t>Quy trình huấn luyện bộ phân loại ý định</a:t>
            </a:r>
            <a:endParaRPr b="1" i="0" sz="1400" u="none" cap="none" strike="noStrike">
              <a:solidFill>
                <a:srgbClr val="000000"/>
              </a:solidFill>
              <a:latin typeface="Arial"/>
              <a:ea typeface="Arial"/>
              <a:cs typeface="Arial"/>
              <a:sym typeface="Arial"/>
            </a:endParaRPr>
          </a:p>
        </p:txBody>
      </p:sp>
      <p:pic>
        <p:nvPicPr>
          <p:cNvPr id="572" name="Google Shape;572;p19"/>
          <p:cNvPicPr preferRelativeResize="0"/>
          <p:nvPr/>
        </p:nvPicPr>
        <p:blipFill rotWithShape="1">
          <a:blip r:embed="rId3">
            <a:alphaModFix/>
          </a:blip>
          <a:srcRect b="0" l="0" r="0" t="0"/>
          <a:stretch/>
        </p:blipFill>
        <p:spPr>
          <a:xfrm>
            <a:off x="215508" y="1031415"/>
            <a:ext cx="11853000" cy="2545383"/>
          </a:xfrm>
          <a:prstGeom prst="rect">
            <a:avLst/>
          </a:prstGeom>
          <a:noFill/>
          <a:ln>
            <a:noFill/>
          </a:ln>
        </p:spPr>
      </p:pic>
      <p:sp>
        <p:nvSpPr>
          <p:cNvPr id="573" name="Google Shape;573;p19"/>
          <p:cNvSpPr txBox="1"/>
          <p:nvPr/>
        </p:nvSpPr>
        <p:spPr>
          <a:xfrm>
            <a:off x="11684000" y="6540500"/>
            <a:ext cx="381000" cy="190500"/>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lang="en-US" sz="1000">
                <a:solidFill>
                  <a:srgbClr val="505050"/>
                </a:solidFill>
                <a:latin typeface="Arial"/>
                <a:ea typeface="Arial"/>
                <a:cs typeface="Arial"/>
                <a:sym typeface="Arial"/>
              </a:rPr>
              <a:t>20</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7" name="Shape 577"/>
        <p:cNvGrpSpPr/>
        <p:nvPr/>
      </p:nvGrpSpPr>
      <p:grpSpPr>
        <a:xfrm>
          <a:off x="0" y="0"/>
          <a:ext cx="0" cy="0"/>
          <a:chOff x="0" y="0"/>
          <a:chExt cx="0" cy="0"/>
        </a:xfrm>
      </p:grpSpPr>
      <p:sp>
        <p:nvSpPr>
          <p:cNvPr id="578" name="Google Shape;578;p20"/>
          <p:cNvSpPr txBox="1"/>
          <p:nvPr/>
        </p:nvSpPr>
        <p:spPr>
          <a:xfrm>
            <a:off x="338760" y="112680"/>
            <a:ext cx="11514240" cy="435600"/>
          </a:xfrm>
          <a:prstGeom prst="rect">
            <a:avLst/>
          </a:prstGeom>
          <a:noFill/>
          <a:ln>
            <a:noFill/>
          </a:ln>
        </p:spPr>
        <p:txBody>
          <a:bodyPr anchorCtr="0" anchor="t" bIns="45000" lIns="90000" spcFirstLastPara="1" rIns="90000" wrap="square" tIns="45000">
            <a:noAutofit/>
          </a:bodyPr>
          <a:lstStyle/>
          <a:p>
            <a:pPr indent="0" lvl="0" marL="0" marR="0" rtl="0" algn="l">
              <a:lnSpc>
                <a:spcPct val="100000"/>
              </a:lnSpc>
              <a:spcBef>
                <a:spcPts val="0"/>
              </a:spcBef>
              <a:spcAft>
                <a:spcPts val="0"/>
              </a:spcAft>
              <a:buClr>
                <a:srgbClr val="FFFFFF"/>
              </a:buClr>
              <a:buSzPts val="2800"/>
              <a:buFont typeface="Arial"/>
              <a:buNone/>
            </a:pPr>
            <a:r>
              <a:rPr b="0" i="0" lang="en-US" sz="2800" u="none" cap="none" strike="noStrike">
                <a:solidFill>
                  <a:srgbClr val="FFFFFF"/>
                </a:solidFill>
                <a:latin typeface="Arial"/>
                <a:ea typeface="Arial"/>
                <a:cs typeface="Arial"/>
                <a:sym typeface="Arial"/>
              </a:rPr>
              <a:t>3. Giải pháp đề xuất</a:t>
            </a:r>
            <a:endParaRPr b="0" i="0" sz="2800" u="none" cap="none" strike="noStrike">
              <a:solidFill>
                <a:srgbClr val="FFFFFF"/>
              </a:solidFill>
              <a:latin typeface="Arial"/>
              <a:ea typeface="Arial"/>
              <a:cs typeface="Arial"/>
              <a:sym typeface="Arial"/>
            </a:endParaRPr>
          </a:p>
        </p:txBody>
      </p:sp>
      <p:sp>
        <p:nvSpPr>
          <p:cNvPr id="579" name="Google Shape;579;p20"/>
          <p:cNvSpPr txBox="1"/>
          <p:nvPr/>
        </p:nvSpPr>
        <p:spPr>
          <a:xfrm>
            <a:off x="3349925" y="4215210"/>
            <a:ext cx="5584166" cy="307777"/>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1400">
                <a:solidFill>
                  <a:srgbClr val="0F2A43"/>
                </a:solidFill>
                <a:latin typeface="Cambria"/>
                <a:ea typeface="Cambria"/>
                <a:cs typeface="Cambria"/>
                <a:sym typeface="Cambria"/>
              </a:rPr>
              <a:t>Quy trình huấn luyện bộ phân loại ý định</a:t>
            </a:r>
            <a:endParaRPr b="1" sz="1400">
              <a:solidFill>
                <a:srgbClr val="000000"/>
              </a:solidFill>
              <a:latin typeface="Arial"/>
              <a:ea typeface="Arial"/>
              <a:cs typeface="Arial"/>
              <a:sym typeface="Arial"/>
            </a:endParaRPr>
          </a:p>
        </p:txBody>
      </p:sp>
      <p:pic>
        <p:nvPicPr>
          <p:cNvPr id="580" name="Google Shape;580;p20"/>
          <p:cNvPicPr preferRelativeResize="0"/>
          <p:nvPr/>
        </p:nvPicPr>
        <p:blipFill rotWithShape="1">
          <a:blip r:embed="rId3">
            <a:alphaModFix/>
          </a:blip>
          <a:srcRect b="0" l="0" r="0" t="0"/>
          <a:stretch/>
        </p:blipFill>
        <p:spPr>
          <a:xfrm>
            <a:off x="152400" y="1076067"/>
            <a:ext cx="11979215" cy="2983866"/>
          </a:xfrm>
          <a:prstGeom prst="rect">
            <a:avLst/>
          </a:prstGeom>
          <a:noFill/>
          <a:ln>
            <a:noFill/>
          </a:ln>
        </p:spPr>
      </p:pic>
      <p:sp>
        <p:nvSpPr>
          <p:cNvPr id="581" name="Google Shape;581;p20"/>
          <p:cNvSpPr txBox="1"/>
          <p:nvPr/>
        </p:nvSpPr>
        <p:spPr>
          <a:xfrm>
            <a:off x="11684000" y="6540500"/>
            <a:ext cx="381000" cy="190500"/>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lang="en-US" sz="1000">
                <a:solidFill>
                  <a:srgbClr val="505050"/>
                </a:solidFill>
                <a:latin typeface="Arial"/>
                <a:ea typeface="Arial"/>
                <a:cs typeface="Arial"/>
                <a:sym typeface="Arial"/>
              </a:rPr>
              <a:t>21</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5" name="Shape 585"/>
        <p:cNvGrpSpPr/>
        <p:nvPr/>
      </p:nvGrpSpPr>
      <p:grpSpPr>
        <a:xfrm>
          <a:off x="0" y="0"/>
          <a:ext cx="0" cy="0"/>
          <a:chOff x="0" y="0"/>
          <a:chExt cx="0" cy="0"/>
        </a:xfrm>
      </p:grpSpPr>
      <p:sp>
        <p:nvSpPr>
          <p:cNvPr id="586" name="Google Shape;586;p21"/>
          <p:cNvSpPr txBox="1"/>
          <p:nvPr/>
        </p:nvSpPr>
        <p:spPr>
          <a:xfrm>
            <a:off x="338760" y="112680"/>
            <a:ext cx="11514240" cy="435600"/>
          </a:xfrm>
          <a:prstGeom prst="rect">
            <a:avLst/>
          </a:prstGeom>
          <a:noFill/>
          <a:ln>
            <a:noFill/>
          </a:ln>
        </p:spPr>
        <p:txBody>
          <a:bodyPr anchorCtr="0" anchor="t" bIns="45000" lIns="90000" spcFirstLastPara="1" rIns="90000" wrap="square" tIns="45000">
            <a:noAutofit/>
          </a:bodyPr>
          <a:lstStyle/>
          <a:p>
            <a:pPr indent="0" lvl="0" marL="0" marR="0" rtl="0" algn="l">
              <a:spcBef>
                <a:spcPts val="0"/>
              </a:spcBef>
              <a:spcAft>
                <a:spcPts val="0"/>
              </a:spcAft>
              <a:buNone/>
            </a:pPr>
            <a:r>
              <a:rPr lang="en-US" sz="2800">
                <a:solidFill>
                  <a:schemeClr val="lt1"/>
                </a:solidFill>
                <a:latin typeface="Arial"/>
                <a:ea typeface="Arial"/>
                <a:cs typeface="Arial"/>
                <a:sym typeface="Arial"/>
              </a:rPr>
              <a:t>4. Thực nghiệm và đánh giá</a:t>
            </a:r>
            <a:endParaRPr sz="2800">
              <a:solidFill>
                <a:schemeClr val="lt1"/>
              </a:solidFill>
              <a:latin typeface="Arial"/>
              <a:ea typeface="Arial"/>
              <a:cs typeface="Arial"/>
              <a:sym typeface="Arial"/>
            </a:endParaRPr>
          </a:p>
        </p:txBody>
      </p:sp>
      <p:sp>
        <p:nvSpPr>
          <p:cNvPr id="587" name="Google Shape;587;p21"/>
          <p:cNvSpPr txBox="1"/>
          <p:nvPr/>
        </p:nvSpPr>
        <p:spPr>
          <a:xfrm>
            <a:off x="338760" y="942387"/>
            <a:ext cx="10961298"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800">
                <a:solidFill>
                  <a:schemeClr val="dk1"/>
                </a:solidFill>
                <a:latin typeface="Arial"/>
                <a:ea typeface="Arial"/>
                <a:cs typeface="Arial"/>
                <a:sym typeface="Arial"/>
              </a:rPr>
              <a:t>Bộ dữ liệu đánh giá:</a:t>
            </a:r>
            <a:endParaRPr/>
          </a:p>
        </p:txBody>
      </p:sp>
      <p:pic>
        <p:nvPicPr>
          <p:cNvPr id="588" name="Google Shape;588;p21"/>
          <p:cNvPicPr preferRelativeResize="0"/>
          <p:nvPr/>
        </p:nvPicPr>
        <p:blipFill rotWithShape="1">
          <a:blip r:embed="rId3">
            <a:alphaModFix/>
          </a:blip>
          <a:srcRect b="0" l="0" r="0" t="0"/>
          <a:stretch/>
        </p:blipFill>
        <p:spPr>
          <a:xfrm>
            <a:off x="3124058" y="1445498"/>
            <a:ext cx="5943643" cy="1714513"/>
          </a:xfrm>
          <a:prstGeom prst="rect">
            <a:avLst/>
          </a:prstGeom>
          <a:noFill/>
          <a:ln>
            <a:noFill/>
          </a:ln>
        </p:spPr>
      </p:pic>
      <p:sp>
        <p:nvSpPr>
          <p:cNvPr id="589" name="Google Shape;589;p21"/>
          <p:cNvSpPr txBox="1"/>
          <p:nvPr/>
        </p:nvSpPr>
        <p:spPr>
          <a:xfrm>
            <a:off x="11684000" y="6540500"/>
            <a:ext cx="381000" cy="190500"/>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lang="en-US" sz="1000">
                <a:solidFill>
                  <a:srgbClr val="505050"/>
                </a:solidFill>
                <a:latin typeface="Arial"/>
                <a:ea typeface="Arial"/>
                <a:cs typeface="Arial"/>
                <a:sym typeface="Arial"/>
              </a:rPr>
              <a:t>22</a:t>
            </a:r>
            <a:endParaRPr/>
          </a:p>
        </p:txBody>
      </p:sp>
      <p:sp>
        <p:nvSpPr>
          <p:cNvPr id="590" name="Google Shape;590;p21"/>
          <p:cNvSpPr txBox="1"/>
          <p:nvPr/>
        </p:nvSpPr>
        <p:spPr>
          <a:xfrm>
            <a:off x="2985324" y="3293790"/>
            <a:ext cx="6221110" cy="461665"/>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i="1" lang="en-US" sz="1200">
                <a:solidFill>
                  <a:schemeClr val="dk1"/>
                </a:solidFill>
                <a:latin typeface="Arial"/>
                <a:ea typeface="Arial"/>
                <a:cs typeface="Arial"/>
                <a:sym typeface="Arial"/>
              </a:rPr>
              <a:t>D1: câu hỏi tách riêng từ 991 câu gốc, chưa dùng khi huấn luyện, nhưng cùng 200 tài liệu miền train. D2: 50 tài liệu hoàn toàn mới, không có tài liệu nào trùng với dữ liệu train.</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4" name="Shape 594"/>
        <p:cNvGrpSpPr/>
        <p:nvPr/>
      </p:nvGrpSpPr>
      <p:grpSpPr>
        <a:xfrm>
          <a:off x="0" y="0"/>
          <a:ext cx="0" cy="0"/>
          <a:chOff x="0" y="0"/>
          <a:chExt cx="0" cy="0"/>
        </a:xfrm>
      </p:grpSpPr>
      <p:sp>
        <p:nvSpPr>
          <p:cNvPr id="595" name="Google Shape;595;p22"/>
          <p:cNvSpPr txBox="1"/>
          <p:nvPr/>
        </p:nvSpPr>
        <p:spPr>
          <a:xfrm>
            <a:off x="338760" y="112680"/>
            <a:ext cx="11514240" cy="435600"/>
          </a:xfrm>
          <a:prstGeom prst="rect">
            <a:avLst/>
          </a:prstGeom>
          <a:noFill/>
          <a:ln>
            <a:noFill/>
          </a:ln>
        </p:spPr>
        <p:txBody>
          <a:bodyPr anchorCtr="0" anchor="t" bIns="45000" lIns="90000" spcFirstLastPara="1" rIns="90000" wrap="square" tIns="45000">
            <a:noAutofit/>
          </a:bodyPr>
          <a:lstStyle/>
          <a:p>
            <a:pPr indent="0" lvl="0" marL="0" marR="0" rtl="0" algn="l">
              <a:spcBef>
                <a:spcPts val="0"/>
              </a:spcBef>
              <a:spcAft>
                <a:spcPts val="0"/>
              </a:spcAft>
              <a:buNone/>
            </a:pPr>
            <a:r>
              <a:rPr lang="en-US" sz="2800">
                <a:solidFill>
                  <a:schemeClr val="lt1"/>
                </a:solidFill>
                <a:latin typeface="Arial"/>
                <a:ea typeface="Arial"/>
                <a:cs typeface="Arial"/>
                <a:sym typeface="Arial"/>
              </a:rPr>
              <a:t>4. Thực nghiệm và đánh giá</a:t>
            </a:r>
            <a:endParaRPr sz="2800">
              <a:solidFill>
                <a:schemeClr val="lt1"/>
              </a:solidFill>
              <a:latin typeface="Arial"/>
              <a:ea typeface="Arial"/>
              <a:cs typeface="Arial"/>
              <a:sym typeface="Arial"/>
            </a:endParaRPr>
          </a:p>
        </p:txBody>
      </p:sp>
      <p:sp>
        <p:nvSpPr>
          <p:cNvPr id="596" name="Google Shape;596;p22"/>
          <p:cNvSpPr txBox="1"/>
          <p:nvPr/>
        </p:nvSpPr>
        <p:spPr>
          <a:xfrm>
            <a:off x="338760" y="1000664"/>
            <a:ext cx="10961298"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800">
                <a:solidFill>
                  <a:schemeClr val="dk1"/>
                </a:solidFill>
                <a:latin typeface="Arial"/>
                <a:ea typeface="Arial"/>
                <a:cs typeface="Arial"/>
                <a:sym typeface="Arial"/>
              </a:rPr>
              <a:t>Thiết lập thực nghiệm: môi trường, mô hình và độ đo</a:t>
            </a:r>
            <a:endParaRPr b="1" sz="1800">
              <a:solidFill>
                <a:schemeClr val="dk1"/>
              </a:solidFill>
              <a:latin typeface="Arial"/>
              <a:ea typeface="Arial"/>
              <a:cs typeface="Arial"/>
              <a:sym typeface="Arial"/>
            </a:endParaRPr>
          </a:p>
        </p:txBody>
      </p:sp>
      <p:sp>
        <p:nvSpPr>
          <p:cNvPr id="597" name="Google Shape;597;p22"/>
          <p:cNvSpPr/>
          <p:nvPr/>
        </p:nvSpPr>
        <p:spPr>
          <a:xfrm>
            <a:off x="451161" y="1691640"/>
            <a:ext cx="3545738" cy="3017520"/>
          </a:xfrm>
          <a:prstGeom prst="roundRect">
            <a:avLst>
              <a:gd fmla="val 2424" name="adj"/>
            </a:avLst>
          </a:prstGeom>
          <a:solidFill>
            <a:schemeClr val="lt2"/>
          </a:solidFill>
          <a:ln>
            <a:noFill/>
          </a:ln>
          <a:effectLst>
            <a:outerShdw blurRad="88900" rotWithShape="0" algn="bl" dir="5400000" dist="25400">
              <a:srgbClr val="1B2A3A">
                <a:alpha val="10196"/>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598" name="Google Shape;598;p22"/>
          <p:cNvSpPr/>
          <p:nvPr/>
        </p:nvSpPr>
        <p:spPr>
          <a:xfrm>
            <a:off x="4445191" y="1691640"/>
            <a:ext cx="3545738" cy="3017520"/>
          </a:xfrm>
          <a:prstGeom prst="roundRect">
            <a:avLst>
              <a:gd fmla="val 2424" name="adj"/>
            </a:avLst>
          </a:prstGeom>
          <a:solidFill>
            <a:schemeClr val="lt2"/>
          </a:solidFill>
          <a:ln>
            <a:noFill/>
          </a:ln>
          <a:effectLst>
            <a:outerShdw blurRad="88900" rotWithShape="0" algn="bl" dir="5400000" dist="25400">
              <a:srgbClr val="1B2A3A">
                <a:alpha val="10196"/>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599" name="Google Shape;599;p22"/>
          <p:cNvSpPr/>
          <p:nvPr/>
        </p:nvSpPr>
        <p:spPr>
          <a:xfrm>
            <a:off x="593498" y="1815688"/>
            <a:ext cx="457200" cy="457200"/>
          </a:xfrm>
          <a:prstGeom prst="ellipse">
            <a:avLst/>
          </a:prstGeom>
          <a:solidFill>
            <a:srgbClr val="146B8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pic>
        <p:nvPicPr>
          <p:cNvPr descr="preencoded.png" id="600" name="Google Shape;600;p22"/>
          <p:cNvPicPr preferRelativeResize="0"/>
          <p:nvPr/>
        </p:nvPicPr>
        <p:blipFill rotWithShape="1">
          <a:blip r:embed="rId3">
            <a:alphaModFix/>
          </a:blip>
          <a:srcRect b="0" l="0" r="0" t="0"/>
          <a:stretch/>
        </p:blipFill>
        <p:spPr>
          <a:xfrm>
            <a:off x="716942" y="1939132"/>
            <a:ext cx="210312" cy="210312"/>
          </a:xfrm>
          <a:prstGeom prst="rect">
            <a:avLst/>
          </a:prstGeom>
          <a:noFill/>
          <a:ln>
            <a:noFill/>
          </a:ln>
        </p:spPr>
      </p:pic>
      <p:sp>
        <p:nvSpPr>
          <p:cNvPr id="601" name="Google Shape;601;p22"/>
          <p:cNvSpPr/>
          <p:nvPr/>
        </p:nvSpPr>
        <p:spPr>
          <a:xfrm>
            <a:off x="1193035" y="1884268"/>
            <a:ext cx="3088538"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2A43"/>
              </a:buClr>
              <a:buSzPts val="1350"/>
              <a:buFont typeface="Arial"/>
              <a:buNone/>
            </a:pPr>
            <a:r>
              <a:rPr b="1" lang="en-US" sz="1350">
                <a:solidFill>
                  <a:srgbClr val="0F2A43"/>
                </a:solidFill>
                <a:latin typeface="Arial"/>
                <a:ea typeface="Arial"/>
                <a:cs typeface="Arial"/>
                <a:sym typeface="Arial"/>
              </a:rPr>
              <a:t>Môi trường phần cứng</a:t>
            </a:r>
            <a:endParaRPr sz="1350">
              <a:solidFill>
                <a:schemeClr val="dk1"/>
              </a:solidFill>
              <a:latin typeface="Arial"/>
              <a:ea typeface="Arial"/>
              <a:cs typeface="Arial"/>
              <a:sym typeface="Arial"/>
            </a:endParaRPr>
          </a:p>
        </p:txBody>
      </p:sp>
      <p:sp>
        <p:nvSpPr>
          <p:cNvPr id="602" name="Google Shape;602;p22"/>
          <p:cNvSpPr txBox="1"/>
          <p:nvPr/>
        </p:nvSpPr>
        <p:spPr>
          <a:xfrm>
            <a:off x="644105" y="2472906"/>
            <a:ext cx="3209027" cy="1557799"/>
          </a:xfrm>
          <a:prstGeom prst="rect">
            <a:avLst/>
          </a:prstGeom>
          <a:noFill/>
          <a:ln>
            <a:noFill/>
          </a:ln>
        </p:spPr>
        <p:txBody>
          <a:bodyPr anchorCtr="0" anchor="t" bIns="45700" lIns="91425" spcFirstLastPara="1" rIns="91425" wrap="square" tIns="45700">
            <a:spAutoFit/>
          </a:bodyPr>
          <a:lstStyle/>
          <a:p>
            <a:pPr indent="-285750" lvl="0" marL="285750" marR="0" rtl="0" algn="l">
              <a:lnSpc>
                <a:spcPct val="115000"/>
              </a:lnSpc>
              <a:spcBef>
                <a:spcPts val="0"/>
              </a:spcBef>
              <a:spcAft>
                <a:spcPts val="0"/>
              </a:spcAft>
              <a:buClr>
                <a:srgbClr val="1E293B"/>
              </a:buClr>
              <a:buSzPts val="1400"/>
              <a:buFont typeface="Arial"/>
              <a:buChar char="•"/>
            </a:pPr>
            <a:r>
              <a:rPr lang="en-US" sz="1400">
                <a:solidFill>
                  <a:srgbClr val="1E293B"/>
                </a:solidFill>
                <a:latin typeface="Arial"/>
                <a:ea typeface="Arial"/>
                <a:cs typeface="Arial"/>
                <a:sym typeface="Arial"/>
              </a:rPr>
              <a:t>RTX 6000: huấn luyện embedding &amp; reranker</a:t>
            </a:r>
            <a:endParaRPr sz="1400">
              <a:solidFill>
                <a:srgbClr val="1E293B"/>
              </a:solidFill>
              <a:latin typeface="Arial"/>
              <a:ea typeface="Arial"/>
              <a:cs typeface="Arial"/>
              <a:sym typeface="Arial"/>
            </a:endParaRPr>
          </a:p>
          <a:p>
            <a:pPr indent="-285750" lvl="0" marL="285750" marR="0" rtl="0" algn="l">
              <a:lnSpc>
                <a:spcPct val="115000"/>
              </a:lnSpc>
              <a:spcBef>
                <a:spcPts val="0"/>
              </a:spcBef>
              <a:spcAft>
                <a:spcPts val="0"/>
              </a:spcAft>
              <a:buClr>
                <a:srgbClr val="1E293B"/>
              </a:buClr>
              <a:buSzPts val="1400"/>
              <a:buFont typeface="Arial"/>
              <a:buChar char="•"/>
            </a:pPr>
            <a:r>
              <a:rPr lang="en-US" sz="1400">
                <a:solidFill>
                  <a:srgbClr val="1E293B"/>
                </a:solidFill>
                <a:latin typeface="Arial"/>
                <a:ea typeface="Arial"/>
                <a:cs typeface="Arial"/>
                <a:sym typeface="Arial"/>
              </a:rPr>
              <a:t>T4: đo độ trễ bộ phân loại ý định</a:t>
            </a:r>
            <a:endParaRPr sz="1400">
              <a:solidFill>
                <a:schemeClr val="dk1"/>
              </a:solidFill>
              <a:latin typeface="Arial"/>
              <a:ea typeface="Arial"/>
              <a:cs typeface="Arial"/>
              <a:sym typeface="Arial"/>
            </a:endParaRPr>
          </a:p>
          <a:p>
            <a:pPr indent="-285750" lvl="0" marL="285750" marR="0" rtl="0" algn="l">
              <a:lnSpc>
                <a:spcPct val="115000"/>
              </a:lnSpc>
              <a:spcBef>
                <a:spcPts val="0"/>
              </a:spcBef>
              <a:spcAft>
                <a:spcPts val="0"/>
              </a:spcAft>
              <a:buClr>
                <a:srgbClr val="1E293B"/>
              </a:buClr>
              <a:buSzPts val="1400"/>
              <a:buFont typeface="Arial"/>
              <a:buChar char="•"/>
            </a:pPr>
            <a:r>
              <a:rPr lang="en-US" sz="1400">
                <a:solidFill>
                  <a:srgbClr val="1E293B"/>
                </a:solidFill>
                <a:latin typeface="Arial"/>
                <a:ea typeface="Arial"/>
                <a:cs typeface="Arial"/>
                <a:sym typeface="Arial"/>
              </a:rPr>
              <a:t>CPU/API (máy cá nhân): đo end-to-end, phản ánh triển khai thực tế</a:t>
            </a:r>
            <a:endParaRPr sz="1400">
              <a:solidFill>
                <a:schemeClr val="dk1"/>
              </a:solidFill>
              <a:latin typeface="Arial"/>
              <a:ea typeface="Arial"/>
              <a:cs typeface="Arial"/>
              <a:sym typeface="Arial"/>
            </a:endParaRPr>
          </a:p>
          <a:p>
            <a:pPr indent="-196850" lvl="0" marL="285750" marR="0" rtl="0" algn="l">
              <a:lnSpc>
                <a:spcPct val="115000"/>
              </a:lnSpc>
              <a:spcBef>
                <a:spcPts val="0"/>
              </a:spcBef>
              <a:spcAft>
                <a:spcPts val="0"/>
              </a:spcAft>
              <a:buClr>
                <a:schemeClr val="dk1"/>
              </a:buClr>
              <a:buSzPts val="1400"/>
              <a:buFont typeface="Arial"/>
              <a:buNone/>
            </a:pPr>
            <a:r>
              <a:t/>
            </a:r>
            <a:endParaRPr sz="1400">
              <a:solidFill>
                <a:schemeClr val="dk1"/>
              </a:solidFill>
              <a:latin typeface="Arial"/>
              <a:ea typeface="Arial"/>
              <a:cs typeface="Arial"/>
              <a:sym typeface="Arial"/>
            </a:endParaRPr>
          </a:p>
        </p:txBody>
      </p:sp>
      <p:sp>
        <p:nvSpPr>
          <p:cNvPr id="603" name="Google Shape;603;p22"/>
          <p:cNvSpPr/>
          <p:nvPr/>
        </p:nvSpPr>
        <p:spPr>
          <a:xfrm>
            <a:off x="4597586" y="1815688"/>
            <a:ext cx="457200" cy="457200"/>
          </a:xfrm>
          <a:prstGeom prst="ellipse">
            <a:avLst/>
          </a:prstGeom>
          <a:solidFill>
            <a:srgbClr val="146B8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pic>
        <p:nvPicPr>
          <p:cNvPr descr="preencoded.png" id="604" name="Google Shape;604;p22"/>
          <p:cNvPicPr preferRelativeResize="0"/>
          <p:nvPr/>
        </p:nvPicPr>
        <p:blipFill rotWithShape="1">
          <a:blip r:embed="rId4">
            <a:alphaModFix/>
          </a:blip>
          <a:srcRect b="0" l="0" r="0" t="0"/>
          <a:stretch/>
        </p:blipFill>
        <p:spPr>
          <a:xfrm>
            <a:off x="4721030" y="1949225"/>
            <a:ext cx="210312" cy="210312"/>
          </a:xfrm>
          <a:prstGeom prst="rect">
            <a:avLst/>
          </a:prstGeom>
          <a:noFill/>
          <a:ln>
            <a:noFill/>
          </a:ln>
        </p:spPr>
      </p:pic>
      <p:sp>
        <p:nvSpPr>
          <p:cNvPr id="605" name="Google Shape;605;p22"/>
          <p:cNvSpPr/>
          <p:nvPr/>
        </p:nvSpPr>
        <p:spPr>
          <a:xfrm>
            <a:off x="5207181" y="1878517"/>
            <a:ext cx="3088538"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2A43"/>
              </a:buClr>
              <a:buSzPts val="1350"/>
              <a:buFont typeface="Arial"/>
              <a:buNone/>
            </a:pPr>
            <a:r>
              <a:rPr b="1" lang="en-US" sz="1350">
                <a:solidFill>
                  <a:srgbClr val="0F2A43"/>
                </a:solidFill>
                <a:latin typeface="Arial"/>
                <a:ea typeface="Arial"/>
                <a:cs typeface="Arial"/>
                <a:sym typeface="Arial"/>
              </a:rPr>
              <a:t>Mô hình dùng để đánh giá</a:t>
            </a:r>
            <a:endParaRPr sz="1350">
              <a:solidFill>
                <a:schemeClr val="dk1"/>
              </a:solidFill>
              <a:latin typeface="Arial"/>
              <a:ea typeface="Arial"/>
              <a:cs typeface="Arial"/>
              <a:sym typeface="Arial"/>
            </a:endParaRPr>
          </a:p>
        </p:txBody>
      </p:sp>
      <p:sp>
        <p:nvSpPr>
          <p:cNvPr id="606" name="Google Shape;606;p22"/>
          <p:cNvSpPr txBox="1"/>
          <p:nvPr/>
        </p:nvSpPr>
        <p:spPr>
          <a:xfrm>
            <a:off x="4597586" y="2459765"/>
            <a:ext cx="3088538" cy="1310039"/>
          </a:xfrm>
          <a:prstGeom prst="rect">
            <a:avLst/>
          </a:prstGeom>
          <a:noFill/>
          <a:ln>
            <a:noFill/>
          </a:ln>
        </p:spPr>
        <p:txBody>
          <a:bodyPr anchorCtr="0" anchor="t" bIns="45700" lIns="91425" spcFirstLastPara="1" rIns="91425" wrap="square" tIns="45700">
            <a:spAutoFit/>
          </a:bodyPr>
          <a:lstStyle/>
          <a:p>
            <a:pPr indent="-285750" lvl="0" marL="285750" marR="0" rtl="0" algn="l">
              <a:lnSpc>
                <a:spcPct val="115000"/>
              </a:lnSpc>
              <a:spcBef>
                <a:spcPts val="0"/>
              </a:spcBef>
              <a:spcAft>
                <a:spcPts val="0"/>
              </a:spcAft>
              <a:buClr>
                <a:srgbClr val="1E293B"/>
              </a:buClr>
              <a:buSzPts val="1400"/>
              <a:buFont typeface="Arial"/>
              <a:buChar char="•"/>
            </a:pPr>
            <a:r>
              <a:rPr lang="en-US" sz="1400">
                <a:solidFill>
                  <a:srgbClr val="1E293B"/>
                </a:solidFill>
                <a:latin typeface="Arial"/>
                <a:ea typeface="Arial"/>
                <a:cs typeface="Arial"/>
                <a:sym typeface="Arial"/>
              </a:rPr>
              <a:t>Teacher: BGE-reranker-v2-m3 (568M)</a:t>
            </a:r>
            <a:endParaRPr/>
          </a:p>
          <a:p>
            <a:pPr indent="-285750" lvl="0" marL="285750" marR="0" rtl="0" algn="l">
              <a:lnSpc>
                <a:spcPct val="115000"/>
              </a:lnSpc>
              <a:spcBef>
                <a:spcPts val="0"/>
              </a:spcBef>
              <a:spcAft>
                <a:spcPts val="0"/>
              </a:spcAft>
              <a:buClr>
                <a:srgbClr val="1E293B"/>
              </a:buClr>
              <a:buSzPts val="1400"/>
              <a:buFont typeface="Arial"/>
              <a:buChar char="•"/>
            </a:pPr>
            <a:r>
              <a:rPr lang="en-US" sz="1400">
                <a:solidFill>
                  <a:srgbClr val="1E293B"/>
                </a:solidFill>
                <a:latin typeface="Arial"/>
                <a:ea typeface="Arial"/>
                <a:cs typeface="Arial"/>
                <a:sym typeface="Arial"/>
              </a:rPr>
              <a:t>LLM judge: xác định positive, kiểm hard negative</a:t>
            </a:r>
            <a:endParaRPr sz="1400">
              <a:solidFill>
                <a:schemeClr val="dk1"/>
              </a:solidFill>
              <a:latin typeface="Arial"/>
              <a:ea typeface="Arial"/>
              <a:cs typeface="Arial"/>
              <a:sym typeface="Arial"/>
            </a:endParaRPr>
          </a:p>
          <a:p>
            <a:pPr indent="-196850" lvl="0" marL="285750" marR="0" rtl="0" algn="l">
              <a:lnSpc>
                <a:spcPct val="115000"/>
              </a:lnSpc>
              <a:spcBef>
                <a:spcPts val="0"/>
              </a:spcBef>
              <a:spcAft>
                <a:spcPts val="0"/>
              </a:spcAft>
              <a:buClr>
                <a:schemeClr val="dk1"/>
              </a:buClr>
              <a:buSzPts val="1400"/>
              <a:buFont typeface="Arial"/>
              <a:buNone/>
            </a:pPr>
            <a:r>
              <a:t/>
            </a:r>
            <a:endParaRPr sz="1400">
              <a:solidFill>
                <a:schemeClr val="dk1"/>
              </a:solidFill>
              <a:latin typeface="Arial"/>
              <a:ea typeface="Arial"/>
              <a:cs typeface="Arial"/>
              <a:sym typeface="Arial"/>
            </a:endParaRPr>
          </a:p>
        </p:txBody>
      </p:sp>
      <p:sp>
        <p:nvSpPr>
          <p:cNvPr id="607" name="Google Shape;607;p22"/>
          <p:cNvSpPr/>
          <p:nvPr/>
        </p:nvSpPr>
        <p:spPr>
          <a:xfrm>
            <a:off x="8439221" y="1691640"/>
            <a:ext cx="3545738" cy="3017520"/>
          </a:xfrm>
          <a:prstGeom prst="roundRect">
            <a:avLst>
              <a:gd fmla="val 2424" name="adj"/>
            </a:avLst>
          </a:prstGeom>
          <a:solidFill>
            <a:srgbClr val="0F2A43"/>
          </a:solidFill>
          <a:ln>
            <a:noFill/>
          </a:ln>
          <a:effectLst>
            <a:outerShdw blurRad="88900" rotWithShape="0" algn="bl" dir="5400000" dist="25400">
              <a:srgbClr val="1B2A3A">
                <a:alpha val="10196"/>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608" name="Google Shape;608;p22"/>
          <p:cNvSpPr/>
          <p:nvPr/>
        </p:nvSpPr>
        <p:spPr>
          <a:xfrm>
            <a:off x="8595924" y="1837283"/>
            <a:ext cx="457200" cy="457200"/>
          </a:xfrm>
          <a:prstGeom prst="ellipse">
            <a:avLst/>
          </a:prstGeom>
          <a:solidFill>
            <a:srgbClr val="22C3A6"/>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pic>
        <p:nvPicPr>
          <p:cNvPr descr="preencoded.png" id="609" name="Google Shape;609;p22"/>
          <p:cNvPicPr preferRelativeResize="0"/>
          <p:nvPr/>
        </p:nvPicPr>
        <p:blipFill rotWithShape="1">
          <a:blip r:embed="rId5">
            <a:alphaModFix/>
          </a:blip>
          <a:srcRect b="0" l="0" r="0" t="0"/>
          <a:stretch/>
        </p:blipFill>
        <p:spPr>
          <a:xfrm>
            <a:off x="8719368" y="1960727"/>
            <a:ext cx="210312" cy="210312"/>
          </a:xfrm>
          <a:prstGeom prst="rect">
            <a:avLst/>
          </a:prstGeom>
          <a:noFill/>
          <a:ln>
            <a:noFill/>
          </a:ln>
        </p:spPr>
      </p:pic>
      <p:sp>
        <p:nvSpPr>
          <p:cNvPr id="610" name="Google Shape;610;p22"/>
          <p:cNvSpPr/>
          <p:nvPr/>
        </p:nvSpPr>
        <p:spPr>
          <a:xfrm>
            <a:off x="9210966" y="1905863"/>
            <a:ext cx="3088538"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350"/>
              <a:buFont typeface="Arial"/>
              <a:buNone/>
            </a:pPr>
            <a:r>
              <a:rPr b="1" lang="en-US" sz="1350">
                <a:solidFill>
                  <a:srgbClr val="FFFFFF"/>
                </a:solidFill>
                <a:latin typeface="Arial"/>
                <a:ea typeface="Arial"/>
                <a:cs typeface="Arial"/>
                <a:sym typeface="Arial"/>
              </a:rPr>
              <a:t>Độ đo đánh giá</a:t>
            </a:r>
            <a:endParaRPr sz="1350">
              <a:solidFill>
                <a:schemeClr val="dk1"/>
              </a:solidFill>
              <a:latin typeface="Arial"/>
              <a:ea typeface="Arial"/>
              <a:cs typeface="Arial"/>
              <a:sym typeface="Arial"/>
            </a:endParaRPr>
          </a:p>
        </p:txBody>
      </p:sp>
      <p:sp>
        <p:nvSpPr>
          <p:cNvPr id="611" name="Google Shape;611;p22"/>
          <p:cNvSpPr txBox="1"/>
          <p:nvPr/>
        </p:nvSpPr>
        <p:spPr>
          <a:xfrm>
            <a:off x="8595924" y="2472906"/>
            <a:ext cx="3088538" cy="2197974"/>
          </a:xfrm>
          <a:prstGeom prst="rect">
            <a:avLst/>
          </a:prstGeom>
          <a:noFill/>
          <a:ln>
            <a:noFill/>
          </a:ln>
        </p:spPr>
        <p:txBody>
          <a:bodyPr anchorCtr="0" anchor="t" bIns="45700" lIns="91425" spcFirstLastPara="1" rIns="91425" wrap="square" tIns="45700">
            <a:spAutoFit/>
          </a:bodyPr>
          <a:lstStyle/>
          <a:p>
            <a:pPr indent="-285750" lvl="0" marL="285750" marR="0" rtl="0" algn="l">
              <a:lnSpc>
                <a:spcPct val="115000"/>
              </a:lnSpc>
              <a:spcBef>
                <a:spcPts val="0"/>
              </a:spcBef>
              <a:spcAft>
                <a:spcPts val="0"/>
              </a:spcAft>
              <a:buClr>
                <a:schemeClr val="lt1"/>
              </a:buClr>
              <a:buSzPts val="1200"/>
              <a:buFont typeface="Arial"/>
              <a:buChar char="•"/>
            </a:pPr>
            <a:r>
              <a:rPr lang="en-US" sz="1200">
                <a:solidFill>
                  <a:schemeClr val="lt1"/>
                </a:solidFill>
                <a:latin typeface="Arial"/>
                <a:ea typeface="Arial"/>
                <a:cs typeface="Arial"/>
                <a:sym typeface="Arial"/>
              </a:rPr>
              <a:t>Hit@1, Acc@1: tỉ lệ gold chunk đứng ở vị trí top 1</a:t>
            </a:r>
            <a:endParaRPr/>
          </a:p>
          <a:p>
            <a:pPr indent="-285750" lvl="0" marL="285750" marR="0" rtl="0" algn="l">
              <a:lnSpc>
                <a:spcPct val="115000"/>
              </a:lnSpc>
              <a:spcBef>
                <a:spcPts val="0"/>
              </a:spcBef>
              <a:spcAft>
                <a:spcPts val="0"/>
              </a:spcAft>
              <a:buClr>
                <a:schemeClr val="lt1"/>
              </a:buClr>
              <a:buSzPts val="1200"/>
              <a:buFont typeface="Arial"/>
              <a:buChar char="•"/>
            </a:pPr>
            <a:r>
              <a:rPr lang="en-US" sz="1200">
                <a:solidFill>
                  <a:schemeClr val="lt1"/>
                </a:solidFill>
                <a:latin typeface="Arial"/>
                <a:ea typeface="Arial"/>
                <a:cs typeface="Arial"/>
                <a:sym typeface="Arial"/>
              </a:rPr>
              <a:t>Recall@5, Acc@5: tỉ lệ truy hồi có chứa gold chunk trong top 5</a:t>
            </a:r>
            <a:endParaRPr/>
          </a:p>
          <a:p>
            <a:pPr indent="-285750" lvl="0" marL="285750" marR="0" rtl="0" algn="l">
              <a:lnSpc>
                <a:spcPct val="115000"/>
              </a:lnSpc>
              <a:spcBef>
                <a:spcPts val="0"/>
              </a:spcBef>
              <a:spcAft>
                <a:spcPts val="0"/>
              </a:spcAft>
              <a:buClr>
                <a:schemeClr val="lt1"/>
              </a:buClr>
              <a:buSzPts val="1200"/>
              <a:buFont typeface="Arial"/>
              <a:buChar char="•"/>
            </a:pPr>
            <a:r>
              <a:rPr lang="en-US" sz="1200">
                <a:solidFill>
                  <a:schemeClr val="lt1"/>
                </a:solidFill>
                <a:latin typeface="Arial"/>
                <a:ea typeface="Arial"/>
                <a:cs typeface="Arial"/>
                <a:sym typeface="Arial"/>
              </a:rPr>
              <a:t>MRR@10: đo mức độ gold chunk xuất hiện sớm trong top-10</a:t>
            </a:r>
            <a:endParaRPr/>
          </a:p>
          <a:p>
            <a:pPr indent="-285750" lvl="0" marL="285750" marR="0" rtl="0" algn="l">
              <a:lnSpc>
                <a:spcPct val="115000"/>
              </a:lnSpc>
              <a:spcBef>
                <a:spcPts val="0"/>
              </a:spcBef>
              <a:spcAft>
                <a:spcPts val="0"/>
              </a:spcAft>
              <a:buClr>
                <a:schemeClr val="lt1"/>
              </a:buClr>
              <a:buSzPts val="1200"/>
              <a:buFont typeface="Arial"/>
              <a:buChar char="•"/>
            </a:pPr>
            <a:r>
              <a:rPr lang="en-US" sz="1200">
                <a:solidFill>
                  <a:schemeClr val="lt1"/>
                </a:solidFill>
                <a:latin typeface="Arial"/>
                <a:ea typeface="Arial"/>
                <a:cs typeface="Arial"/>
                <a:sym typeface="Arial"/>
              </a:rPr>
              <a:t>NDCG@10: đánh giá chất lượng toàn bộ thứ hạng trong top 10</a:t>
            </a:r>
            <a:endParaRPr/>
          </a:p>
          <a:p>
            <a:pPr indent="-285750" lvl="0" marL="285750" marR="0" rtl="0" algn="l">
              <a:lnSpc>
                <a:spcPct val="115000"/>
              </a:lnSpc>
              <a:spcBef>
                <a:spcPts val="0"/>
              </a:spcBef>
              <a:spcAft>
                <a:spcPts val="0"/>
              </a:spcAft>
              <a:buClr>
                <a:schemeClr val="lt1"/>
              </a:buClr>
              <a:buSzPts val="1200"/>
              <a:buFont typeface="Arial"/>
              <a:buChar char="•"/>
            </a:pPr>
            <a:r>
              <a:rPr lang="en-US" sz="1200">
                <a:solidFill>
                  <a:schemeClr val="lt1"/>
                </a:solidFill>
                <a:latin typeface="Arial"/>
                <a:ea typeface="Arial"/>
                <a:cs typeface="Arial"/>
                <a:sym typeface="Arial"/>
              </a:rPr>
              <a:t>F1-macro: đánh giá phân loại intent khi dữ liệu mất cân bằng</a:t>
            </a:r>
            <a:endParaRPr sz="1200">
              <a:solidFill>
                <a:schemeClr val="lt1"/>
              </a:solidFill>
              <a:latin typeface="Arial"/>
              <a:ea typeface="Arial"/>
              <a:cs typeface="Arial"/>
              <a:sym typeface="Arial"/>
            </a:endParaRPr>
          </a:p>
        </p:txBody>
      </p:sp>
      <p:sp>
        <p:nvSpPr>
          <p:cNvPr id="612" name="Google Shape;612;p22"/>
          <p:cNvSpPr/>
          <p:nvPr/>
        </p:nvSpPr>
        <p:spPr>
          <a:xfrm>
            <a:off x="451161" y="5074345"/>
            <a:ext cx="11185855" cy="777240"/>
          </a:xfrm>
          <a:prstGeom prst="roundRect">
            <a:avLst>
              <a:gd fmla="val 9412" name="adj"/>
            </a:avLst>
          </a:prstGeom>
          <a:solidFill>
            <a:schemeClr val="lt2"/>
          </a:solidFill>
          <a:ln>
            <a:noFill/>
          </a:ln>
          <a:effectLst>
            <a:outerShdw blurRad="88900" rotWithShape="0" algn="bl" dir="5400000" dist="25400">
              <a:srgbClr val="1B2A3A">
                <a:alpha val="10196"/>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613" name="Google Shape;613;p22"/>
          <p:cNvSpPr/>
          <p:nvPr/>
        </p:nvSpPr>
        <p:spPr>
          <a:xfrm>
            <a:off x="716942" y="5307653"/>
            <a:ext cx="10770381" cy="502920"/>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None/>
            </a:pPr>
            <a:r>
              <a:rPr b="1" lang="en-US" sz="1200">
                <a:solidFill>
                  <a:schemeClr val="dk1"/>
                </a:solidFill>
                <a:latin typeface="Arial"/>
                <a:ea typeface="Arial"/>
                <a:cs typeface="Arial"/>
                <a:sym typeface="Arial"/>
              </a:rPr>
              <a:t>Embedding:</a:t>
            </a:r>
            <a:r>
              <a:rPr lang="en-US" sz="1200">
                <a:solidFill>
                  <a:schemeClr val="dk1"/>
                </a:solidFill>
                <a:latin typeface="Arial"/>
                <a:ea typeface="Arial"/>
                <a:cs typeface="Arial"/>
                <a:sym typeface="Arial"/>
              </a:rPr>
              <a:t> Acc@1, Acc@5, MRR@10, NDCG@10 </a:t>
            </a:r>
            <a:endParaRPr/>
          </a:p>
          <a:p>
            <a:pPr indent="0" lvl="0" marL="0" marR="0" rtl="0" algn="l">
              <a:lnSpc>
                <a:spcPct val="120000"/>
              </a:lnSpc>
              <a:spcBef>
                <a:spcPts val="0"/>
              </a:spcBef>
              <a:spcAft>
                <a:spcPts val="0"/>
              </a:spcAft>
              <a:buNone/>
            </a:pPr>
            <a:r>
              <a:rPr b="1" lang="en-US" sz="1200">
                <a:solidFill>
                  <a:schemeClr val="dk1"/>
                </a:solidFill>
                <a:latin typeface="Arial"/>
                <a:ea typeface="Arial"/>
                <a:cs typeface="Arial"/>
                <a:sym typeface="Arial"/>
              </a:rPr>
              <a:t>Reranker: </a:t>
            </a:r>
            <a:r>
              <a:rPr lang="en-US" sz="1200">
                <a:solidFill>
                  <a:schemeClr val="dk1"/>
                </a:solidFill>
                <a:latin typeface="Arial"/>
                <a:ea typeface="Arial"/>
                <a:cs typeface="Arial"/>
                <a:sym typeface="Arial"/>
              </a:rPr>
              <a:t>Hit@1, Recall@5, MRR@10, NDCG@10</a:t>
            </a:r>
            <a:endParaRPr b="1" sz="1150">
              <a:solidFill>
                <a:srgbClr val="0F2A43"/>
              </a:solidFill>
              <a:latin typeface="Arial"/>
              <a:ea typeface="Arial"/>
              <a:cs typeface="Arial"/>
              <a:sym typeface="Arial"/>
            </a:endParaRPr>
          </a:p>
          <a:p>
            <a:pPr indent="0" lvl="0" marL="0" marR="0" rtl="0" algn="l">
              <a:lnSpc>
                <a:spcPct val="120000"/>
              </a:lnSpc>
              <a:spcBef>
                <a:spcPts val="0"/>
              </a:spcBef>
              <a:spcAft>
                <a:spcPts val="0"/>
              </a:spcAft>
              <a:buClr>
                <a:srgbClr val="0F2A43"/>
              </a:buClr>
              <a:buSzPts val="1150"/>
              <a:buFont typeface="Arial"/>
              <a:buNone/>
            </a:pPr>
            <a:r>
              <a:rPr b="1" lang="en-US" sz="1150">
                <a:solidFill>
                  <a:srgbClr val="0F2A43"/>
                </a:solidFill>
                <a:latin typeface="Arial"/>
                <a:ea typeface="Arial"/>
                <a:cs typeface="Arial"/>
                <a:sym typeface="Arial"/>
              </a:rPr>
              <a:t>Đánh giá end-to-end </a:t>
            </a:r>
            <a:r>
              <a:rPr lang="en-US" sz="1150">
                <a:solidFill>
                  <a:srgbClr val="1E293B"/>
                </a:solidFill>
                <a:latin typeface="Arial"/>
                <a:ea typeface="Arial"/>
                <a:cs typeface="Arial"/>
                <a:sym typeface="Arial"/>
              </a:rPr>
              <a:t>sử dụng 390 câu hỏi trắc nghiệm đo song song accuracy, độ trễ (ms/câu) và độ chính xác định tuyến ý định, so sánh trực tiếp pipeline v1 và v2</a:t>
            </a:r>
            <a:endParaRPr/>
          </a:p>
          <a:p>
            <a:pPr indent="0" lvl="0" marL="0" marR="0" rtl="0" algn="l">
              <a:lnSpc>
                <a:spcPct val="120000"/>
              </a:lnSpc>
              <a:spcBef>
                <a:spcPts val="0"/>
              </a:spcBef>
              <a:spcAft>
                <a:spcPts val="0"/>
              </a:spcAft>
              <a:buClr>
                <a:schemeClr val="dk1"/>
              </a:buClr>
              <a:buSzPts val="1150"/>
              <a:buFont typeface="Arial"/>
              <a:buNone/>
            </a:pPr>
            <a:r>
              <a:t/>
            </a:r>
            <a:endParaRPr sz="1150">
              <a:solidFill>
                <a:schemeClr val="dk1"/>
              </a:solidFill>
              <a:latin typeface="Arial"/>
              <a:ea typeface="Arial"/>
              <a:cs typeface="Arial"/>
              <a:sym typeface="Arial"/>
            </a:endParaRPr>
          </a:p>
        </p:txBody>
      </p:sp>
      <p:sp>
        <p:nvSpPr>
          <p:cNvPr id="614" name="Google Shape;614;p22"/>
          <p:cNvSpPr txBox="1"/>
          <p:nvPr/>
        </p:nvSpPr>
        <p:spPr>
          <a:xfrm>
            <a:off x="11684000" y="6540500"/>
            <a:ext cx="381000" cy="190500"/>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lang="en-US" sz="1000">
                <a:solidFill>
                  <a:srgbClr val="505050"/>
                </a:solidFill>
                <a:latin typeface="Arial"/>
                <a:ea typeface="Arial"/>
                <a:cs typeface="Arial"/>
                <a:sym typeface="Arial"/>
              </a:rPr>
              <a:t>23</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8" name="Shape 618"/>
        <p:cNvGrpSpPr/>
        <p:nvPr/>
      </p:nvGrpSpPr>
      <p:grpSpPr>
        <a:xfrm>
          <a:off x="0" y="0"/>
          <a:ext cx="0" cy="0"/>
          <a:chOff x="0" y="0"/>
          <a:chExt cx="0" cy="0"/>
        </a:xfrm>
      </p:grpSpPr>
      <p:sp>
        <p:nvSpPr>
          <p:cNvPr id="619" name="Google Shape;619;p23"/>
          <p:cNvSpPr txBox="1"/>
          <p:nvPr/>
        </p:nvSpPr>
        <p:spPr>
          <a:xfrm>
            <a:off x="338760" y="112680"/>
            <a:ext cx="11514240" cy="435600"/>
          </a:xfrm>
          <a:prstGeom prst="rect">
            <a:avLst/>
          </a:prstGeom>
          <a:noFill/>
          <a:ln>
            <a:noFill/>
          </a:ln>
        </p:spPr>
        <p:txBody>
          <a:bodyPr anchorCtr="0" anchor="t" bIns="45000" lIns="90000" spcFirstLastPara="1" rIns="90000" wrap="square" tIns="45000">
            <a:noAutofit/>
          </a:bodyPr>
          <a:lstStyle/>
          <a:p>
            <a:pPr indent="0" lvl="0" marL="0" marR="0" rtl="0" algn="l">
              <a:spcBef>
                <a:spcPts val="0"/>
              </a:spcBef>
              <a:spcAft>
                <a:spcPts val="0"/>
              </a:spcAft>
              <a:buNone/>
            </a:pPr>
            <a:r>
              <a:rPr lang="en-US" sz="2800">
                <a:solidFill>
                  <a:schemeClr val="lt1"/>
                </a:solidFill>
                <a:latin typeface="Arial"/>
                <a:ea typeface="Arial"/>
                <a:cs typeface="Arial"/>
                <a:sym typeface="Arial"/>
              </a:rPr>
              <a:t>4. Thực nghiệm và đánh giá</a:t>
            </a:r>
            <a:endParaRPr sz="2800">
              <a:solidFill>
                <a:schemeClr val="lt1"/>
              </a:solidFill>
              <a:latin typeface="Arial"/>
              <a:ea typeface="Arial"/>
              <a:cs typeface="Arial"/>
              <a:sym typeface="Arial"/>
            </a:endParaRPr>
          </a:p>
        </p:txBody>
      </p:sp>
      <p:sp>
        <p:nvSpPr>
          <p:cNvPr id="620" name="Google Shape;620;p23"/>
          <p:cNvSpPr txBox="1"/>
          <p:nvPr/>
        </p:nvSpPr>
        <p:spPr>
          <a:xfrm>
            <a:off x="338760" y="1000664"/>
            <a:ext cx="10961298"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800">
                <a:solidFill>
                  <a:schemeClr val="dk1"/>
                </a:solidFill>
                <a:latin typeface="Arial"/>
                <a:ea typeface="Arial"/>
                <a:cs typeface="Arial"/>
                <a:sym typeface="Arial"/>
              </a:rPr>
              <a:t>Kết quả embedding trên hai tập kiểm thử độc lập</a:t>
            </a:r>
            <a:endParaRPr b="1" sz="1800">
              <a:solidFill>
                <a:schemeClr val="dk1"/>
              </a:solidFill>
              <a:latin typeface="Arial"/>
              <a:ea typeface="Arial"/>
              <a:cs typeface="Arial"/>
              <a:sym typeface="Arial"/>
            </a:endParaRPr>
          </a:p>
        </p:txBody>
      </p:sp>
      <p:pic>
        <p:nvPicPr>
          <p:cNvPr id="621" name="Google Shape;621;p23"/>
          <p:cNvPicPr preferRelativeResize="0"/>
          <p:nvPr/>
        </p:nvPicPr>
        <p:blipFill rotWithShape="1">
          <a:blip r:embed="rId3">
            <a:alphaModFix/>
          </a:blip>
          <a:srcRect b="0" l="0" r="0" t="0"/>
          <a:stretch/>
        </p:blipFill>
        <p:spPr>
          <a:xfrm>
            <a:off x="2215861" y="1369996"/>
            <a:ext cx="7760035" cy="2288119"/>
          </a:xfrm>
          <a:prstGeom prst="rect">
            <a:avLst/>
          </a:prstGeom>
          <a:noFill/>
          <a:ln>
            <a:noFill/>
          </a:ln>
        </p:spPr>
      </p:pic>
      <p:pic>
        <p:nvPicPr>
          <p:cNvPr id="622" name="Google Shape;622;p23"/>
          <p:cNvPicPr preferRelativeResize="0"/>
          <p:nvPr/>
        </p:nvPicPr>
        <p:blipFill rotWithShape="1">
          <a:blip r:embed="rId4">
            <a:alphaModFix/>
          </a:blip>
          <a:srcRect b="0" l="0" r="0" t="0"/>
          <a:stretch/>
        </p:blipFill>
        <p:spPr>
          <a:xfrm>
            <a:off x="2215860" y="3798364"/>
            <a:ext cx="7760036" cy="2334812"/>
          </a:xfrm>
          <a:prstGeom prst="rect">
            <a:avLst/>
          </a:prstGeom>
          <a:noFill/>
          <a:ln>
            <a:noFill/>
          </a:ln>
        </p:spPr>
      </p:pic>
      <p:sp>
        <p:nvSpPr>
          <p:cNvPr id="623" name="Google Shape;623;p23"/>
          <p:cNvSpPr txBox="1"/>
          <p:nvPr/>
        </p:nvSpPr>
        <p:spPr>
          <a:xfrm>
            <a:off x="11684000" y="6540500"/>
            <a:ext cx="381000" cy="190500"/>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lang="en-US" sz="1000">
                <a:solidFill>
                  <a:srgbClr val="505050"/>
                </a:solidFill>
                <a:latin typeface="Arial"/>
                <a:ea typeface="Arial"/>
                <a:cs typeface="Arial"/>
                <a:sym typeface="Arial"/>
              </a:rPr>
              <a:t>24</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7" name="Shape 627"/>
        <p:cNvGrpSpPr/>
        <p:nvPr/>
      </p:nvGrpSpPr>
      <p:grpSpPr>
        <a:xfrm>
          <a:off x="0" y="0"/>
          <a:ext cx="0" cy="0"/>
          <a:chOff x="0" y="0"/>
          <a:chExt cx="0" cy="0"/>
        </a:xfrm>
      </p:grpSpPr>
      <p:sp>
        <p:nvSpPr>
          <p:cNvPr id="628" name="Google Shape;628;p24"/>
          <p:cNvSpPr txBox="1"/>
          <p:nvPr/>
        </p:nvSpPr>
        <p:spPr>
          <a:xfrm>
            <a:off x="338760" y="112680"/>
            <a:ext cx="11514240" cy="435600"/>
          </a:xfrm>
          <a:prstGeom prst="rect">
            <a:avLst/>
          </a:prstGeom>
          <a:noFill/>
          <a:ln>
            <a:noFill/>
          </a:ln>
        </p:spPr>
        <p:txBody>
          <a:bodyPr anchorCtr="0" anchor="t" bIns="45000" lIns="90000" spcFirstLastPara="1" rIns="90000" wrap="square" tIns="45000">
            <a:noAutofit/>
          </a:bodyPr>
          <a:lstStyle/>
          <a:p>
            <a:pPr indent="0" lvl="0" marL="0" marR="0" rtl="0" algn="l">
              <a:spcBef>
                <a:spcPts val="0"/>
              </a:spcBef>
              <a:spcAft>
                <a:spcPts val="0"/>
              </a:spcAft>
              <a:buNone/>
            </a:pPr>
            <a:r>
              <a:rPr lang="en-US" sz="2800">
                <a:solidFill>
                  <a:schemeClr val="lt1"/>
                </a:solidFill>
                <a:latin typeface="Arial"/>
                <a:ea typeface="Arial"/>
                <a:cs typeface="Arial"/>
                <a:sym typeface="Arial"/>
              </a:rPr>
              <a:t>4. Thực nghiệm và đánh giá</a:t>
            </a:r>
            <a:endParaRPr sz="2800">
              <a:solidFill>
                <a:schemeClr val="lt1"/>
              </a:solidFill>
              <a:latin typeface="Arial"/>
              <a:ea typeface="Arial"/>
              <a:cs typeface="Arial"/>
              <a:sym typeface="Arial"/>
            </a:endParaRPr>
          </a:p>
        </p:txBody>
      </p:sp>
      <p:sp>
        <p:nvSpPr>
          <p:cNvPr id="629" name="Google Shape;629;p24"/>
          <p:cNvSpPr txBox="1"/>
          <p:nvPr/>
        </p:nvSpPr>
        <p:spPr>
          <a:xfrm>
            <a:off x="338760" y="1000664"/>
            <a:ext cx="10961298"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800">
                <a:solidFill>
                  <a:schemeClr val="dk1"/>
                </a:solidFill>
                <a:latin typeface="Arial"/>
                <a:ea typeface="Arial"/>
                <a:cs typeface="Arial"/>
                <a:sym typeface="Arial"/>
              </a:rPr>
              <a:t>Kết quả reranker trên tập đánh giá</a:t>
            </a:r>
            <a:endParaRPr b="1" sz="1800">
              <a:solidFill>
                <a:schemeClr val="dk1"/>
              </a:solidFill>
              <a:latin typeface="Arial"/>
              <a:ea typeface="Arial"/>
              <a:cs typeface="Arial"/>
              <a:sym typeface="Arial"/>
            </a:endParaRPr>
          </a:p>
        </p:txBody>
      </p:sp>
      <p:pic>
        <p:nvPicPr>
          <p:cNvPr id="630" name="Google Shape;630;p24"/>
          <p:cNvPicPr preferRelativeResize="0"/>
          <p:nvPr/>
        </p:nvPicPr>
        <p:blipFill rotWithShape="1">
          <a:blip r:embed="rId3">
            <a:alphaModFix/>
          </a:blip>
          <a:srcRect b="0" l="0" r="0" t="0"/>
          <a:stretch/>
        </p:blipFill>
        <p:spPr>
          <a:xfrm>
            <a:off x="2012884" y="1494517"/>
            <a:ext cx="7613050" cy="3353528"/>
          </a:xfrm>
          <a:prstGeom prst="rect">
            <a:avLst/>
          </a:prstGeom>
          <a:noFill/>
          <a:ln>
            <a:noFill/>
          </a:ln>
        </p:spPr>
      </p:pic>
      <p:sp>
        <p:nvSpPr>
          <p:cNvPr id="631" name="Google Shape;631;p24"/>
          <p:cNvSpPr txBox="1"/>
          <p:nvPr/>
        </p:nvSpPr>
        <p:spPr>
          <a:xfrm>
            <a:off x="11684000" y="6540500"/>
            <a:ext cx="381000" cy="190500"/>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lang="en-US" sz="1000">
                <a:solidFill>
                  <a:srgbClr val="505050"/>
                </a:solidFill>
                <a:latin typeface="Arial"/>
                <a:ea typeface="Arial"/>
                <a:cs typeface="Arial"/>
                <a:sym typeface="Arial"/>
              </a:rPr>
              <a:t>25</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5" name="Shape 635"/>
        <p:cNvGrpSpPr/>
        <p:nvPr/>
      </p:nvGrpSpPr>
      <p:grpSpPr>
        <a:xfrm>
          <a:off x="0" y="0"/>
          <a:ext cx="0" cy="0"/>
          <a:chOff x="0" y="0"/>
          <a:chExt cx="0" cy="0"/>
        </a:xfrm>
      </p:grpSpPr>
      <p:sp>
        <p:nvSpPr>
          <p:cNvPr id="636" name="Google Shape;636;p25"/>
          <p:cNvSpPr txBox="1"/>
          <p:nvPr/>
        </p:nvSpPr>
        <p:spPr>
          <a:xfrm>
            <a:off x="338760" y="112680"/>
            <a:ext cx="11514240" cy="435600"/>
          </a:xfrm>
          <a:prstGeom prst="rect">
            <a:avLst/>
          </a:prstGeom>
          <a:noFill/>
          <a:ln>
            <a:noFill/>
          </a:ln>
        </p:spPr>
        <p:txBody>
          <a:bodyPr anchorCtr="0" anchor="t" bIns="45000" lIns="90000" spcFirstLastPara="1" rIns="90000" wrap="square" tIns="45000">
            <a:noAutofit/>
          </a:bodyPr>
          <a:lstStyle/>
          <a:p>
            <a:pPr indent="0" lvl="0" marL="0" marR="0" rtl="0" algn="l">
              <a:spcBef>
                <a:spcPts val="0"/>
              </a:spcBef>
              <a:spcAft>
                <a:spcPts val="0"/>
              </a:spcAft>
              <a:buNone/>
            </a:pPr>
            <a:r>
              <a:rPr lang="en-US" sz="2800">
                <a:solidFill>
                  <a:schemeClr val="lt1"/>
                </a:solidFill>
                <a:latin typeface="Arial"/>
                <a:ea typeface="Arial"/>
                <a:cs typeface="Arial"/>
                <a:sym typeface="Arial"/>
              </a:rPr>
              <a:t>4. Thực nghiệm và đánh giá</a:t>
            </a:r>
            <a:endParaRPr sz="2800">
              <a:solidFill>
                <a:schemeClr val="lt1"/>
              </a:solidFill>
              <a:latin typeface="Arial"/>
              <a:ea typeface="Arial"/>
              <a:cs typeface="Arial"/>
              <a:sym typeface="Arial"/>
            </a:endParaRPr>
          </a:p>
        </p:txBody>
      </p:sp>
      <p:sp>
        <p:nvSpPr>
          <p:cNvPr id="637" name="Google Shape;637;p25"/>
          <p:cNvSpPr txBox="1"/>
          <p:nvPr/>
        </p:nvSpPr>
        <p:spPr>
          <a:xfrm>
            <a:off x="338760" y="1000664"/>
            <a:ext cx="10961298"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800">
                <a:solidFill>
                  <a:schemeClr val="dk1"/>
                </a:solidFill>
                <a:latin typeface="Arial"/>
                <a:ea typeface="Arial"/>
                <a:cs typeface="Arial"/>
                <a:sym typeface="Arial"/>
              </a:rPr>
              <a:t>Kết quả reranker trên tập đánh giá</a:t>
            </a:r>
            <a:endParaRPr b="1" sz="1800">
              <a:solidFill>
                <a:schemeClr val="dk1"/>
              </a:solidFill>
              <a:latin typeface="Arial"/>
              <a:ea typeface="Arial"/>
              <a:cs typeface="Arial"/>
              <a:sym typeface="Arial"/>
            </a:endParaRPr>
          </a:p>
        </p:txBody>
      </p:sp>
      <p:pic>
        <p:nvPicPr>
          <p:cNvPr id="638" name="Google Shape;638;p25"/>
          <p:cNvPicPr preferRelativeResize="0"/>
          <p:nvPr/>
        </p:nvPicPr>
        <p:blipFill rotWithShape="1">
          <a:blip r:embed="rId3">
            <a:alphaModFix/>
          </a:blip>
          <a:srcRect b="0" l="0" r="0" t="0"/>
          <a:stretch/>
        </p:blipFill>
        <p:spPr>
          <a:xfrm>
            <a:off x="2814493" y="1458934"/>
            <a:ext cx="6562773" cy="2019315"/>
          </a:xfrm>
          <a:prstGeom prst="rect">
            <a:avLst/>
          </a:prstGeom>
          <a:noFill/>
          <a:ln>
            <a:noFill/>
          </a:ln>
        </p:spPr>
      </p:pic>
      <p:pic>
        <p:nvPicPr>
          <p:cNvPr id="639" name="Google Shape;639;p25"/>
          <p:cNvPicPr preferRelativeResize="0"/>
          <p:nvPr/>
        </p:nvPicPr>
        <p:blipFill rotWithShape="1">
          <a:blip r:embed="rId4">
            <a:alphaModFix/>
          </a:blip>
          <a:srcRect b="0" l="0" r="0" t="0"/>
          <a:stretch/>
        </p:blipFill>
        <p:spPr>
          <a:xfrm>
            <a:off x="2828780" y="3740262"/>
            <a:ext cx="6534198" cy="2057415"/>
          </a:xfrm>
          <a:prstGeom prst="rect">
            <a:avLst/>
          </a:prstGeom>
          <a:noFill/>
          <a:ln>
            <a:noFill/>
          </a:ln>
        </p:spPr>
      </p:pic>
      <p:sp>
        <p:nvSpPr>
          <p:cNvPr id="640" name="Google Shape;640;p25"/>
          <p:cNvSpPr txBox="1"/>
          <p:nvPr/>
        </p:nvSpPr>
        <p:spPr>
          <a:xfrm>
            <a:off x="11684000" y="6540500"/>
            <a:ext cx="381000" cy="190500"/>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lang="en-US" sz="1000">
                <a:solidFill>
                  <a:srgbClr val="505050"/>
                </a:solidFill>
                <a:latin typeface="Arial"/>
                <a:ea typeface="Arial"/>
                <a:cs typeface="Arial"/>
                <a:sym typeface="Arial"/>
              </a:rPr>
              <a:t>26</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4" name="Shape 644"/>
        <p:cNvGrpSpPr/>
        <p:nvPr/>
      </p:nvGrpSpPr>
      <p:grpSpPr>
        <a:xfrm>
          <a:off x="0" y="0"/>
          <a:ext cx="0" cy="0"/>
          <a:chOff x="0" y="0"/>
          <a:chExt cx="0" cy="0"/>
        </a:xfrm>
      </p:grpSpPr>
      <p:sp>
        <p:nvSpPr>
          <p:cNvPr id="645" name="Google Shape;645;p26"/>
          <p:cNvSpPr txBox="1"/>
          <p:nvPr/>
        </p:nvSpPr>
        <p:spPr>
          <a:xfrm>
            <a:off x="338760" y="112680"/>
            <a:ext cx="11514240" cy="435600"/>
          </a:xfrm>
          <a:prstGeom prst="rect">
            <a:avLst/>
          </a:prstGeom>
          <a:noFill/>
          <a:ln>
            <a:noFill/>
          </a:ln>
        </p:spPr>
        <p:txBody>
          <a:bodyPr anchorCtr="0" anchor="t" bIns="45000" lIns="90000" spcFirstLastPara="1" rIns="90000" wrap="square" tIns="45000">
            <a:noAutofit/>
          </a:bodyPr>
          <a:lstStyle/>
          <a:p>
            <a:pPr indent="0" lvl="0" marL="0" marR="0" rtl="0" algn="l">
              <a:spcBef>
                <a:spcPts val="0"/>
              </a:spcBef>
              <a:spcAft>
                <a:spcPts val="0"/>
              </a:spcAft>
              <a:buNone/>
            </a:pPr>
            <a:r>
              <a:rPr lang="en-US" sz="2800">
                <a:solidFill>
                  <a:schemeClr val="lt1"/>
                </a:solidFill>
                <a:latin typeface="Arial"/>
                <a:ea typeface="Arial"/>
                <a:cs typeface="Arial"/>
                <a:sym typeface="Arial"/>
              </a:rPr>
              <a:t>4. Thực nghiệm và đánh giá</a:t>
            </a:r>
            <a:endParaRPr sz="2800">
              <a:solidFill>
                <a:schemeClr val="lt1"/>
              </a:solidFill>
              <a:latin typeface="Arial"/>
              <a:ea typeface="Arial"/>
              <a:cs typeface="Arial"/>
              <a:sym typeface="Arial"/>
            </a:endParaRPr>
          </a:p>
        </p:txBody>
      </p:sp>
      <p:sp>
        <p:nvSpPr>
          <p:cNvPr id="646" name="Google Shape;646;p26"/>
          <p:cNvSpPr txBox="1"/>
          <p:nvPr/>
        </p:nvSpPr>
        <p:spPr>
          <a:xfrm>
            <a:off x="338760" y="851138"/>
            <a:ext cx="10961298"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800">
                <a:solidFill>
                  <a:schemeClr val="dk1"/>
                </a:solidFill>
                <a:latin typeface="Arial"/>
                <a:ea typeface="Arial"/>
                <a:cs typeface="Arial"/>
                <a:sym typeface="Arial"/>
              </a:rPr>
              <a:t>So sánh các cấu hình training intent classifier</a:t>
            </a:r>
            <a:endParaRPr/>
          </a:p>
        </p:txBody>
      </p:sp>
      <p:pic>
        <p:nvPicPr>
          <p:cNvPr id="647" name="Google Shape;647;p26"/>
          <p:cNvPicPr preferRelativeResize="0"/>
          <p:nvPr/>
        </p:nvPicPr>
        <p:blipFill rotWithShape="1">
          <a:blip r:embed="rId3">
            <a:alphaModFix/>
          </a:blip>
          <a:srcRect b="0" l="0" r="0" t="0"/>
          <a:stretch/>
        </p:blipFill>
        <p:spPr>
          <a:xfrm>
            <a:off x="3809862" y="1221007"/>
            <a:ext cx="4572033" cy="1295409"/>
          </a:xfrm>
          <a:prstGeom prst="rect">
            <a:avLst/>
          </a:prstGeom>
          <a:noFill/>
          <a:ln>
            <a:noFill/>
          </a:ln>
        </p:spPr>
      </p:pic>
      <p:sp>
        <p:nvSpPr>
          <p:cNvPr id="648" name="Google Shape;648;p26"/>
          <p:cNvSpPr txBox="1"/>
          <p:nvPr/>
        </p:nvSpPr>
        <p:spPr>
          <a:xfrm>
            <a:off x="338760" y="2700545"/>
            <a:ext cx="10961298"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800">
                <a:solidFill>
                  <a:schemeClr val="dk1"/>
                </a:solidFill>
                <a:latin typeface="Arial"/>
                <a:ea typeface="Arial"/>
                <a:cs typeface="Arial"/>
                <a:sym typeface="Arial"/>
              </a:rPr>
              <a:t>So sánh bộ định tuyến v1 và v2</a:t>
            </a:r>
            <a:endParaRPr/>
          </a:p>
        </p:txBody>
      </p:sp>
      <p:sp>
        <p:nvSpPr>
          <p:cNvPr id="649" name="Google Shape;649;p26"/>
          <p:cNvSpPr txBox="1"/>
          <p:nvPr/>
        </p:nvSpPr>
        <p:spPr>
          <a:xfrm>
            <a:off x="11684000" y="6540500"/>
            <a:ext cx="381000" cy="190500"/>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lang="en-US" sz="1000">
                <a:solidFill>
                  <a:srgbClr val="505050"/>
                </a:solidFill>
                <a:latin typeface="Arial"/>
                <a:ea typeface="Arial"/>
                <a:cs typeface="Arial"/>
                <a:sym typeface="Arial"/>
              </a:rPr>
              <a:t>27</a:t>
            </a:r>
            <a:endParaRPr/>
          </a:p>
        </p:txBody>
      </p:sp>
      <p:pic>
        <p:nvPicPr>
          <p:cNvPr id="650" name="Google Shape;650;p26"/>
          <p:cNvPicPr preferRelativeResize="0"/>
          <p:nvPr/>
        </p:nvPicPr>
        <p:blipFill rotWithShape="1">
          <a:blip r:embed="rId4">
            <a:alphaModFix/>
          </a:blip>
          <a:srcRect b="0" l="0" r="0" t="0"/>
          <a:stretch/>
        </p:blipFill>
        <p:spPr>
          <a:xfrm>
            <a:off x="3519258" y="3161940"/>
            <a:ext cx="5153239" cy="2776024"/>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4" name="Shape 654"/>
        <p:cNvGrpSpPr/>
        <p:nvPr/>
      </p:nvGrpSpPr>
      <p:grpSpPr>
        <a:xfrm>
          <a:off x="0" y="0"/>
          <a:ext cx="0" cy="0"/>
          <a:chOff x="0" y="0"/>
          <a:chExt cx="0" cy="0"/>
        </a:xfrm>
      </p:grpSpPr>
      <p:sp>
        <p:nvSpPr>
          <p:cNvPr id="655" name="Google Shape;655;p27"/>
          <p:cNvSpPr txBox="1"/>
          <p:nvPr/>
        </p:nvSpPr>
        <p:spPr>
          <a:xfrm>
            <a:off x="338760" y="112680"/>
            <a:ext cx="11514240" cy="435600"/>
          </a:xfrm>
          <a:prstGeom prst="rect">
            <a:avLst/>
          </a:prstGeom>
          <a:noFill/>
          <a:ln>
            <a:noFill/>
          </a:ln>
        </p:spPr>
        <p:txBody>
          <a:bodyPr anchorCtr="0" anchor="t" bIns="45000" lIns="90000" spcFirstLastPara="1" rIns="90000" wrap="square" tIns="45000">
            <a:noAutofit/>
          </a:bodyPr>
          <a:lstStyle/>
          <a:p>
            <a:pPr indent="0" lvl="0" marL="0" marR="0" rtl="0" algn="l">
              <a:spcBef>
                <a:spcPts val="0"/>
              </a:spcBef>
              <a:spcAft>
                <a:spcPts val="0"/>
              </a:spcAft>
              <a:buNone/>
            </a:pPr>
            <a:r>
              <a:rPr lang="en-US" sz="2800">
                <a:solidFill>
                  <a:schemeClr val="lt1"/>
                </a:solidFill>
                <a:latin typeface="Arial"/>
                <a:ea typeface="Arial"/>
                <a:cs typeface="Arial"/>
                <a:sym typeface="Arial"/>
              </a:rPr>
              <a:t>4. Thực nghiệm và đánh giá</a:t>
            </a:r>
            <a:endParaRPr sz="2800">
              <a:solidFill>
                <a:schemeClr val="lt1"/>
              </a:solidFill>
              <a:latin typeface="Arial"/>
              <a:ea typeface="Arial"/>
              <a:cs typeface="Arial"/>
              <a:sym typeface="Arial"/>
            </a:endParaRPr>
          </a:p>
        </p:txBody>
      </p:sp>
      <p:pic>
        <p:nvPicPr>
          <p:cNvPr id="656" name="Google Shape;656;p27"/>
          <p:cNvPicPr preferRelativeResize="0"/>
          <p:nvPr/>
        </p:nvPicPr>
        <p:blipFill rotWithShape="1">
          <a:blip r:embed="rId3">
            <a:alphaModFix/>
          </a:blip>
          <a:srcRect b="0" l="0" r="0" t="0"/>
          <a:stretch/>
        </p:blipFill>
        <p:spPr>
          <a:xfrm>
            <a:off x="6095880" y="912107"/>
            <a:ext cx="5562641" cy="2543194"/>
          </a:xfrm>
          <a:prstGeom prst="rect">
            <a:avLst/>
          </a:prstGeom>
          <a:noFill/>
          <a:ln>
            <a:noFill/>
          </a:ln>
        </p:spPr>
      </p:pic>
      <p:pic>
        <p:nvPicPr>
          <p:cNvPr id="657" name="Google Shape;657;p27"/>
          <p:cNvPicPr preferRelativeResize="0"/>
          <p:nvPr/>
        </p:nvPicPr>
        <p:blipFill rotWithShape="1">
          <a:blip r:embed="rId4">
            <a:alphaModFix/>
          </a:blip>
          <a:srcRect b="0" l="0" r="0" t="0"/>
          <a:stretch/>
        </p:blipFill>
        <p:spPr>
          <a:xfrm>
            <a:off x="5972054" y="3819157"/>
            <a:ext cx="5810292" cy="2152666"/>
          </a:xfrm>
          <a:prstGeom prst="rect">
            <a:avLst/>
          </a:prstGeom>
          <a:noFill/>
          <a:ln>
            <a:noFill/>
          </a:ln>
        </p:spPr>
      </p:pic>
      <p:sp>
        <p:nvSpPr>
          <p:cNvPr id="658" name="Google Shape;658;p27"/>
          <p:cNvSpPr txBox="1"/>
          <p:nvPr/>
        </p:nvSpPr>
        <p:spPr>
          <a:xfrm>
            <a:off x="11684000" y="6540500"/>
            <a:ext cx="381000" cy="190500"/>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lang="en-US" sz="1000">
                <a:solidFill>
                  <a:srgbClr val="505050"/>
                </a:solidFill>
                <a:latin typeface="Arial"/>
                <a:ea typeface="Arial"/>
                <a:cs typeface="Arial"/>
                <a:sym typeface="Arial"/>
              </a:rPr>
              <a:t>28</a:t>
            </a:r>
            <a:endParaRPr/>
          </a:p>
        </p:txBody>
      </p:sp>
      <p:pic>
        <p:nvPicPr>
          <p:cNvPr id="659" name="Google Shape;659;p27"/>
          <p:cNvPicPr preferRelativeResize="0"/>
          <p:nvPr/>
        </p:nvPicPr>
        <p:blipFill rotWithShape="1">
          <a:blip r:embed="rId5">
            <a:alphaModFix/>
          </a:blip>
          <a:srcRect b="0" l="0" r="0" t="0"/>
          <a:stretch/>
        </p:blipFill>
        <p:spPr>
          <a:xfrm>
            <a:off x="813450" y="2030775"/>
            <a:ext cx="4490225" cy="2796450"/>
          </a:xfrm>
          <a:prstGeom prst="rect">
            <a:avLst/>
          </a:prstGeom>
          <a:noFill/>
          <a:ln>
            <a:noFill/>
          </a:ln>
        </p:spPr>
      </p:pic>
      <p:sp>
        <p:nvSpPr>
          <p:cNvPr id="660" name="Google Shape;660;p27"/>
          <p:cNvSpPr txBox="1"/>
          <p:nvPr/>
        </p:nvSpPr>
        <p:spPr>
          <a:xfrm>
            <a:off x="813451" y="4853862"/>
            <a:ext cx="4652400" cy="3078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i="1" lang="en-US">
                <a:solidFill>
                  <a:schemeClr val="dk1"/>
                </a:solidFill>
              </a:rPr>
              <a:t>Tổng số tham số của v1 và v2</a:t>
            </a:r>
            <a:endParaRPr i="1"/>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4" name="Shape 664"/>
        <p:cNvGrpSpPr/>
        <p:nvPr/>
      </p:nvGrpSpPr>
      <p:grpSpPr>
        <a:xfrm>
          <a:off x="0" y="0"/>
          <a:ext cx="0" cy="0"/>
          <a:chOff x="0" y="0"/>
          <a:chExt cx="0" cy="0"/>
        </a:xfrm>
      </p:grpSpPr>
      <p:sp>
        <p:nvSpPr>
          <p:cNvPr id="665" name="Google Shape;665;p28"/>
          <p:cNvSpPr txBox="1"/>
          <p:nvPr/>
        </p:nvSpPr>
        <p:spPr>
          <a:xfrm>
            <a:off x="338760" y="112680"/>
            <a:ext cx="11514240" cy="435600"/>
          </a:xfrm>
          <a:prstGeom prst="rect">
            <a:avLst/>
          </a:prstGeom>
          <a:noFill/>
          <a:ln>
            <a:noFill/>
          </a:ln>
        </p:spPr>
        <p:txBody>
          <a:bodyPr anchorCtr="0" anchor="t" bIns="45000" lIns="90000" spcFirstLastPara="1" rIns="90000" wrap="square" tIns="45000">
            <a:noAutofit/>
          </a:bodyPr>
          <a:lstStyle/>
          <a:p>
            <a:pPr indent="0" lvl="0" marL="0" marR="0" rtl="0" algn="l">
              <a:spcBef>
                <a:spcPts val="0"/>
              </a:spcBef>
              <a:spcAft>
                <a:spcPts val="0"/>
              </a:spcAft>
              <a:buNone/>
            </a:pPr>
            <a:r>
              <a:rPr lang="en-US" sz="2800">
                <a:solidFill>
                  <a:schemeClr val="lt1"/>
                </a:solidFill>
                <a:latin typeface="Arial"/>
                <a:ea typeface="Arial"/>
                <a:cs typeface="Arial"/>
                <a:sym typeface="Arial"/>
              </a:rPr>
              <a:t>4. Thực nghiệm và đánh giá</a:t>
            </a:r>
            <a:endParaRPr sz="2800">
              <a:solidFill>
                <a:schemeClr val="lt1"/>
              </a:solidFill>
              <a:latin typeface="Arial"/>
              <a:ea typeface="Arial"/>
              <a:cs typeface="Arial"/>
              <a:sym typeface="Arial"/>
            </a:endParaRPr>
          </a:p>
        </p:txBody>
      </p:sp>
      <p:sp>
        <p:nvSpPr>
          <p:cNvPr id="666" name="Google Shape;666;p28"/>
          <p:cNvSpPr/>
          <p:nvPr/>
        </p:nvSpPr>
        <p:spPr>
          <a:xfrm>
            <a:off x="405154" y="883690"/>
            <a:ext cx="11185855" cy="65836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0F2A43"/>
              </a:buClr>
              <a:buSzPts val="1800"/>
              <a:buFont typeface="Arial"/>
              <a:buNone/>
            </a:pPr>
            <a:r>
              <a:rPr b="1" lang="en-US" sz="1800">
                <a:solidFill>
                  <a:srgbClr val="0F2A43"/>
                </a:solidFill>
                <a:latin typeface="Arial"/>
                <a:ea typeface="Arial"/>
                <a:cs typeface="Arial"/>
                <a:sym typeface="Arial"/>
              </a:rPr>
              <a:t>Kiểm chứng đối chiếu trên mẫu độc lập (71 câu)</a:t>
            </a:r>
            <a:endParaRPr sz="1800">
              <a:solidFill>
                <a:schemeClr val="dk1"/>
              </a:solidFill>
              <a:latin typeface="Arial"/>
              <a:ea typeface="Arial"/>
              <a:cs typeface="Arial"/>
              <a:sym typeface="Arial"/>
            </a:endParaRPr>
          </a:p>
        </p:txBody>
      </p:sp>
      <p:sp>
        <p:nvSpPr>
          <p:cNvPr id="667" name="Google Shape;667;p28"/>
          <p:cNvSpPr txBox="1"/>
          <p:nvPr/>
        </p:nvSpPr>
        <p:spPr>
          <a:xfrm>
            <a:off x="338760" y="1414732"/>
            <a:ext cx="5573210" cy="954107"/>
          </a:xfrm>
          <a:prstGeom prst="rect">
            <a:avLst/>
          </a:prstGeom>
          <a:noFill/>
          <a:ln>
            <a:noFill/>
          </a:ln>
        </p:spPr>
        <p:txBody>
          <a:bodyPr anchorCtr="0" anchor="t" bIns="45700" lIns="91425" spcFirstLastPara="1" rIns="91425" wrap="square" tIns="45700">
            <a:spAutoFit/>
          </a:bodyPr>
          <a:lstStyle/>
          <a:p>
            <a:pPr indent="0" lvl="0" marL="0" marR="0" rtl="0" algn="just">
              <a:spcBef>
                <a:spcPts val="0"/>
              </a:spcBef>
              <a:spcAft>
                <a:spcPts val="0"/>
              </a:spcAft>
              <a:buNone/>
            </a:pPr>
            <a:r>
              <a:rPr lang="en-US" sz="1400">
                <a:solidFill>
                  <a:schemeClr val="dk1"/>
                </a:solidFill>
                <a:latin typeface="Arial"/>
                <a:ea typeface="Arial"/>
                <a:cs typeface="Arial"/>
                <a:sym typeface="Arial"/>
              </a:rPr>
              <a:t>Bộ 390 câu vừa dùng để chọn cấu hình, vừa dùng để đánh giá cuối → chỉ số có thể bị đánh giá cao hơn giá trị thực. Mẫu 71 câu chưa từng dùng ở bất kỳ bước tuning nào được đánh giá riêng để kiểm chứng</a:t>
            </a:r>
            <a:endParaRPr sz="1400">
              <a:solidFill>
                <a:schemeClr val="dk1"/>
              </a:solidFill>
              <a:latin typeface="Arial"/>
              <a:ea typeface="Arial"/>
              <a:cs typeface="Arial"/>
              <a:sym typeface="Arial"/>
            </a:endParaRPr>
          </a:p>
        </p:txBody>
      </p:sp>
      <p:graphicFrame>
        <p:nvGraphicFramePr>
          <p:cNvPr id="668" name="Google Shape;668;p28"/>
          <p:cNvGraphicFramePr/>
          <p:nvPr/>
        </p:nvGraphicFramePr>
        <p:xfrm>
          <a:off x="405155" y="2628979"/>
          <a:ext cx="3000000" cy="3000000"/>
        </p:xfrm>
        <a:graphic>
          <a:graphicData uri="http://schemas.openxmlformats.org/drawingml/2006/table">
            <a:tbl>
              <a:tblPr bandRow="1" firstRow="1">
                <a:noFill/>
                <a:tableStyleId>{A1F108D0-9EFD-4A42-BCB5-806309F8B6A4}</a:tableStyleId>
              </a:tblPr>
              <a:tblGrid>
                <a:gridCol w="1835600"/>
                <a:gridCol w="1835600"/>
                <a:gridCol w="1835600"/>
              </a:tblGrid>
              <a:tr h="370850">
                <a:tc>
                  <a:txBody>
                    <a:bodyPr/>
                    <a:lstStyle/>
                    <a:p>
                      <a:pPr indent="0" lvl="0" marL="0" marR="0" rtl="0" algn="ctr">
                        <a:spcBef>
                          <a:spcPts val="0"/>
                        </a:spcBef>
                        <a:spcAft>
                          <a:spcPts val="0"/>
                        </a:spcAft>
                        <a:buNone/>
                      </a:pPr>
                      <a:r>
                        <a:rPr lang="en-US" sz="1400" u="none" cap="none" strike="noStrike"/>
                        <a:t>Chỉ số</a:t>
                      </a:r>
                      <a:endParaRPr sz="1400" u="none" cap="none" strike="noStrike"/>
                    </a:p>
                  </a:txBody>
                  <a:tcPr marT="45725" marB="45725" marR="91450" marL="91450"/>
                </a:tc>
                <a:tc>
                  <a:txBody>
                    <a:bodyPr/>
                    <a:lstStyle/>
                    <a:p>
                      <a:pPr indent="0" lvl="0" marL="0" marR="0" rtl="0" algn="ctr">
                        <a:spcBef>
                          <a:spcPts val="0"/>
                        </a:spcBef>
                        <a:spcAft>
                          <a:spcPts val="0"/>
                        </a:spcAft>
                        <a:buNone/>
                      </a:pPr>
                      <a:r>
                        <a:rPr lang="en-US" sz="1400" u="none" cap="none" strike="noStrike"/>
                        <a:t>v1 (390/71 câu)</a:t>
                      </a:r>
                      <a:endParaRPr/>
                    </a:p>
                  </a:txBody>
                  <a:tcPr marT="45725" marB="45725" marR="91450" marL="91450"/>
                </a:tc>
                <a:tc>
                  <a:txBody>
                    <a:bodyPr/>
                    <a:lstStyle/>
                    <a:p>
                      <a:pPr indent="0" lvl="0" marL="0" marR="0" rtl="0" algn="ctr">
                        <a:spcBef>
                          <a:spcPts val="0"/>
                        </a:spcBef>
                        <a:spcAft>
                          <a:spcPts val="0"/>
                        </a:spcAft>
                        <a:buNone/>
                      </a:pPr>
                      <a:r>
                        <a:rPr lang="en-US" sz="1400" u="none" cap="none" strike="noStrike"/>
                        <a:t>v2 (390/71 câu)</a:t>
                      </a:r>
                      <a:endParaRPr/>
                    </a:p>
                  </a:txBody>
                  <a:tcPr marT="45725" marB="45725" marR="91450" marL="91450"/>
                </a:tc>
              </a:tr>
              <a:tr h="370850">
                <a:tc>
                  <a:txBody>
                    <a:bodyPr/>
                    <a:lstStyle/>
                    <a:p>
                      <a:pPr indent="0" lvl="0" marL="0" marR="0" rtl="0" algn="ctr">
                        <a:spcBef>
                          <a:spcPts val="0"/>
                        </a:spcBef>
                        <a:spcAft>
                          <a:spcPts val="0"/>
                        </a:spcAft>
                        <a:buNone/>
                      </a:pPr>
                      <a:r>
                        <a:rPr b="1" lang="en-US" sz="1400" u="none" cap="none" strike="noStrike"/>
                        <a:t>Accuracy</a:t>
                      </a:r>
                      <a:endParaRPr/>
                    </a:p>
                  </a:txBody>
                  <a:tcPr marT="45725" marB="45725" marR="91450" marL="91450"/>
                </a:tc>
                <a:tc>
                  <a:txBody>
                    <a:bodyPr/>
                    <a:lstStyle/>
                    <a:p>
                      <a:pPr indent="0" lvl="0" marL="0" marR="0" rtl="0" algn="ctr">
                        <a:spcBef>
                          <a:spcPts val="0"/>
                        </a:spcBef>
                        <a:spcAft>
                          <a:spcPts val="0"/>
                        </a:spcAft>
                        <a:buNone/>
                      </a:pPr>
                      <a:r>
                        <a:rPr lang="en-US" sz="1400" u="none" cap="none" strike="noStrike"/>
                        <a:t>97.44% / 92.96%</a:t>
                      </a:r>
                      <a:endParaRPr/>
                    </a:p>
                  </a:txBody>
                  <a:tcPr marT="45725" marB="45725" marR="91450" marL="91450"/>
                </a:tc>
                <a:tc>
                  <a:txBody>
                    <a:bodyPr/>
                    <a:lstStyle/>
                    <a:p>
                      <a:pPr indent="0" lvl="0" marL="0" marR="0" rtl="0" algn="ctr">
                        <a:spcBef>
                          <a:spcPts val="0"/>
                        </a:spcBef>
                        <a:spcAft>
                          <a:spcPts val="0"/>
                        </a:spcAft>
                        <a:buNone/>
                      </a:pPr>
                      <a:r>
                        <a:rPr lang="en-US" sz="1400" u="none" cap="none" strike="noStrike"/>
                        <a:t>97.18% / 92.96%</a:t>
                      </a:r>
                      <a:endParaRPr/>
                    </a:p>
                  </a:txBody>
                  <a:tcPr marT="45725" marB="45725" marR="91450" marL="91450"/>
                </a:tc>
              </a:tr>
              <a:tr h="370850">
                <a:tc>
                  <a:txBody>
                    <a:bodyPr/>
                    <a:lstStyle/>
                    <a:p>
                      <a:pPr indent="0" lvl="0" marL="0" marR="0" rtl="0" algn="ctr">
                        <a:spcBef>
                          <a:spcPts val="0"/>
                        </a:spcBef>
                        <a:spcAft>
                          <a:spcPts val="0"/>
                        </a:spcAft>
                        <a:buNone/>
                      </a:pPr>
                      <a:r>
                        <a:rPr b="1" lang="en-US" sz="1400" u="none" cap="none" strike="noStrike"/>
                        <a:t>Định tuyến đúng</a:t>
                      </a:r>
                      <a:endParaRPr b="1" sz="1400" u="none" cap="none" strike="noStrike"/>
                    </a:p>
                  </a:txBody>
                  <a:tcPr marT="45725" marB="45725" marR="91450" marL="91450"/>
                </a:tc>
                <a:tc>
                  <a:txBody>
                    <a:bodyPr/>
                    <a:lstStyle/>
                    <a:p>
                      <a:pPr indent="0" lvl="0" marL="0" marR="0" rtl="0" algn="ctr">
                        <a:spcBef>
                          <a:spcPts val="0"/>
                        </a:spcBef>
                        <a:spcAft>
                          <a:spcPts val="0"/>
                        </a:spcAft>
                        <a:buNone/>
                      </a:pPr>
                      <a:r>
                        <a:rPr lang="en-US" sz="1400" u="none" cap="none" strike="noStrike"/>
                        <a:t>94.62% / 95.77% </a:t>
                      </a:r>
                      <a:endParaRPr/>
                    </a:p>
                  </a:txBody>
                  <a:tcPr marT="45725" marB="45725" marR="91450" marL="91450"/>
                </a:tc>
                <a:tc>
                  <a:txBody>
                    <a:bodyPr/>
                    <a:lstStyle/>
                    <a:p>
                      <a:pPr indent="0" lvl="0" marL="0" marR="0" rtl="0" algn="ctr">
                        <a:spcBef>
                          <a:spcPts val="0"/>
                        </a:spcBef>
                        <a:spcAft>
                          <a:spcPts val="0"/>
                        </a:spcAft>
                        <a:buNone/>
                      </a:pPr>
                      <a:r>
                        <a:rPr lang="en-US" sz="1400" u="none" cap="none" strike="noStrike"/>
                        <a:t>97.69% / 98.59%</a:t>
                      </a:r>
                      <a:endParaRPr/>
                    </a:p>
                  </a:txBody>
                  <a:tcPr marT="45725" marB="45725" marR="91450" marL="91450"/>
                </a:tc>
              </a:tr>
              <a:tr h="370850">
                <a:tc>
                  <a:txBody>
                    <a:bodyPr/>
                    <a:lstStyle/>
                    <a:p>
                      <a:pPr indent="0" lvl="0" marL="0" marR="0" rtl="0" algn="ctr">
                        <a:spcBef>
                          <a:spcPts val="0"/>
                        </a:spcBef>
                        <a:spcAft>
                          <a:spcPts val="0"/>
                        </a:spcAft>
                        <a:buNone/>
                      </a:pPr>
                      <a:r>
                        <a:rPr b="1" lang="en-US" sz="1400" u="none" cap="none" strike="noStrike"/>
                        <a:t>Routing</a:t>
                      </a:r>
                      <a:endParaRPr/>
                    </a:p>
                  </a:txBody>
                  <a:tcPr marT="45725" marB="45725" marR="91450" marL="91450"/>
                </a:tc>
                <a:tc>
                  <a:txBody>
                    <a:bodyPr/>
                    <a:lstStyle/>
                    <a:p>
                      <a:pPr indent="0" lvl="0" marL="0" marR="0" rtl="0" algn="ctr">
                        <a:spcBef>
                          <a:spcPts val="0"/>
                        </a:spcBef>
                        <a:spcAft>
                          <a:spcPts val="0"/>
                        </a:spcAft>
                        <a:buNone/>
                      </a:pPr>
                      <a:r>
                        <a:rPr lang="en-US" sz="1400" u="none" cap="none" strike="noStrike"/>
                        <a:t>752.7 ms</a:t>
                      </a:r>
                      <a:endParaRPr sz="1400" u="none" cap="none" strike="noStrike"/>
                    </a:p>
                  </a:txBody>
                  <a:tcPr marT="45725" marB="45725" marR="91450" marL="91450"/>
                </a:tc>
                <a:tc>
                  <a:txBody>
                    <a:bodyPr/>
                    <a:lstStyle/>
                    <a:p>
                      <a:pPr indent="0" lvl="0" marL="0" marR="0" rtl="0" algn="ctr">
                        <a:spcBef>
                          <a:spcPts val="0"/>
                        </a:spcBef>
                        <a:spcAft>
                          <a:spcPts val="0"/>
                        </a:spcAft>
                        <a:buNone/>
                      </a:pPr>
                      <a:r>
                        <a:rPr lang="en-US" sz="1400" u="none" cap="none" strike="noStrike"/>
                        <a:t>100.0 ms</a:t>
                      </a:r>
                      <a:endParaRPr sz="1400" u="none" cap="none" strike="noStrike"/>
                    </a:p>
                  </a:txBody>
                  <a:tcPr marT="45725" marB="45725" marR="91450" marL="91450"/>
                </a:tc>
              </a:tr>
              <a:tr h="370850">
                <a:tc>
                  <a:txBody>
                    <a:bodyPr/>
                    <a:lstStyle/>
                    <a:p>
                      <a:pPr indent="0" lvl="0" marL="0" marR="0" rtl="0" algn="ctr">
                        <a:spcBef>
                          <a:spcPts val="0"/>
                        </a:spcBef>
                        <a:spcAft>
                          <a:spcPts val="0"/>
                        </a:spcAft>
                        <a:buNone/>
                      </a:pPr>
                      <a:r>
                        <a:rPr b="1" lang="en-US" sz="1400" u="none" cap="none" strike="noStrike"/>
                        <a:t>Rerank</a:t>
                      </a:r>
                      <a:endParaRPr b="1" sz="1400" u="none" cap="none" strike="noStrike"/>
                    </a:p>
                  </a:txBody>
                  <a:tcPr marT="45725" marB="45725" marR="91450" marL="91450"/>
                </a:tc>
                <a:tc>
                  <a:txBody>
                    <a:bodyPr/>
                    <a:lstStyle/>
                    <a:p>
                      <a:pPr indent="0" lvl="0" marL="0" marR="0" rtl="0" algn="ctr">
                        <a:spcBef>
                          <a:spcPts val="0"/>
                        </a:spcBef>
                        <a:spcAft>
                          <a:spcPts val="0"/>
                        </a:spcAft>
                        <a:buNone/>
                      </a:pPr>
                      <a:r>
                        <a:rPr lang="en-US" sz="1400" u="none" cap="none" strike="noStrike"/>
                        <a:t>13,956.2 ms</a:t>
                      </a:r>
                      <a:endParaRPr sz="1400" u="none" cap="none" strike="noStrike"/>
                    </a:p>
                  </a:txBody>
                  <a:tcPr marT="45725" marB="45725" marR="91450" marL="91450"/>
                </a:tc>
                <a:tc>
                  <a:txBody>
                    <a:bodyPr/>
                    <a:lstStyle/>
                    <a:p>
                      <a:pPr indent="0" lvl="0" marL="0" marR="0" rtl="0" algn="ctr">
                        <a:spcBef>
                          <a:spcPts val="0"/>
                        </a:spcBef>
                        <a:spcAft>
                          <a:spcPts val="0"/>
                        </a:spcAft>
                        <a:buNone/>
                      </a:pPr>
                      <a:r>
                        <a:rPr lang="en-US" sz="1400" u="none" cap="none" strike="noStrike"/>
                        <a:t>1,671.3 ms</a:t>
                      </a:r>
                      <a:endParaRPr sz="1400" u="none" cap="none" strike="noStrike"/>
                    </a:p>
                  </a:txBody>
                  <a:tcPr marT="45725" marB="45725" marR="91450" marL="91450"/>
                </a:tc>
              </a:tr>
            </a:tbl>
          </a:graphicData>
        </a:graphic>
      </p:graphicFrame>
      <p:sp>
        <p:nvSpPr>
          <p:cNvPr id="669" name="Google Shape;669;p28"/>
          <p:cNvSpPr/>
          <p:nvPr/>
        </p:nvSpPr>
        <p:spPr>
          <a:xfrm>
            <a:off x="7708970" y="2319334"/>
            <a:ext cx="3435279" cy="896285"/>
          </a:xfrm>
          <a:prstGeom prst="roundRect">
            <a:avLst>
              <a:gd fmla="val 2424" name="adj"/>
            </a:avLst>
          </a:prstGeom>
          <a:solidFill>
            <a:srgbClr val="0F2A43"/>
          </a:solidFill>
          <a:ln>
            <a:noFill/>
          </a:ln>
          <a:effectLst>
            <a:outerShdw blurRad="88900" rotWithShape="0" algn="bl" dir="5400000" dist="25400">
              <a:srgbClr val="1B2A3A">
                <a:alpha val="10196"/>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670" name="Google Shape;670;p28"/>
          <p:cNvSpPr txBox="1"/>
          <p:nvPr/>
        </p:nvSpPr>
        <p:spPr>
          <a:xfrm>
            <a:off x="7708971" y="2343880"/>
            <a:ext cx="1530279"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rgbClr val="00B050"/>
                </a:solidFill>
                <a:latin typeface="Arial"/>
                <a:ea typeface="Arial"/>
                <a:cs typeface="Arial"/>
                <a:sym typeface="Arial"/>
              </a:rPr>
              <a:t>67 / 71</a:t>
            </a:r>
            <a:endParaRPr/>
          </a:p>
        </p:txBody>
      </p:sp>
      <p:sp>
        <p:nvSpPr>
          <p:cNvPr id="671" name="Google Shape;671;p28"/>
          <p:cNvSpPr txBox="1"/>
          <p:nvPr/>
        </p:nvSpPr>
        <p:spPr>
          <a:xfrm>
            <a:off x="7708971" y="2858033"/>
            <a:ext cx="3009971" cy="27699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200">
                <a:solidFill>
                  <a:schemeClr val="lt1"/>
                </a:solidFill>
                <a:latin typeface="Arial"/>
                <a:ea typeface="Arial"/>
                <a:cs typeface="Arial"/>
                <a:sym typeface="Arial"/>
              </a:rPr>
              <a:t>v2 vượt v1 một câu (66/71)</a:t>
            </a:r>
            <a:endParaRPr/>
          </a:p>
        </p:txBody>
      </p:sp>
      <p:sp>
        <p:nvSpPr>
          <p:cNvPr id="672" name="Google Shape;672;p28"/>
          <p:cNvSpPr/>
          <p:nvPr/>
        </p:nvSpPr>
        <p:spPr>
          <a:xfrm>
            <a:off x="7708970" y="4036507"/>
            <a:ext cx="3435279" cy="896285"/>
          </a:xfrm>
          <a:prstGeom prst="roundRect">
            <a:avLst>
              <a:gd fmla="val 2424" name="adj"/>
            </a:avLst>
          </a:prstGeom>
          <a:solidFill>
            <a:srgbClr val="0F2A43"/>
          </a:solidFill>
          <a:ln>
            <a:noFill/>
          </a:ln>
          <a:effectLst>
            <a:outerShdw blurRad="88900" rotWithShape="0" algn="bl" dir="5400000" dist="25400">
              <a:srgbClr val="1B2A3A">
                <a:alpha val="10196"/>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673" name="Google Shape;673;p28"/>
          <p:cNvSpPr txBox="1"/>
          <p:nvPr/>
        </p:nvSpPr>
        <p:spPr>
          <a:xfrm>
            <a:off x="7708971" y="4061053"/>
            <a:ext cx="1530279"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rgbClr val="00B050"/>
                </a:solidFill>
                <a:latin typeface="Arial"/>
                <a:ea typeface="Arial"/>
                <a:cs typeface="Arial"/>
                <a:sym typeface="Arial"/>
              </a:rPr>
              <a:t>+ 2.82 %</a:t>
            </a:r>
            <a:endParaRPr/>
          </a:p>
        </p:txBody>
      </p:sp>
      <p:sp>
        <p:nvSpPr>
          <p:cNvPr id="674" name="Google Shape;674;p28"/>
          <p:cNvSpPr txBox="1"/>
          <p:nvPr/>
        </p:nvSpPr>
        <p:spPr>
          <a:xfrm>
            <a:off x="7708971" y="4575206"/>
            <a:ext cx="3009971" cy="27699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200">
                <a:solidFill>
                  <a:schemeClr val="lt1"/>
                </a:solidFill>
                <a:latin typeface="Arial"/>
                <a:ea typeface="Arial"/>
                <a:cs typeface="Arial"/>
                <a:sym typeface="Arial"/>
              </a:rPr>
              <a:t>Router SetFit vẫn vượt GPT Router</a:t>
            </a:r>
            <a:endParaRPr/>
          </a:p>
        </p:txBody>
      </p:sp>
      <p:sp>
        <p:nvSpPr>
          <p:cNvPr id="675" name="Google Shape;675;p28"/>
          <p:cNvSpPr txBox="1"/>
          <p:nvPr/>
        </p:nvSpPr>
        <p:spPr>
          <a:xfrm>
            <a:off x="405154" y="5120102"/>
            <a:ext cx="11447846" cy="923330"/>
          </a:xfrm>
          <a:prstGeom prst="rect">
            <a:avLst/>
          </a:prstGeom>
          <a:noFill/>
          <a:ln>
            <a:noFill/>
          </a:ln>
        </p:spPr>
        <p:txBody>
          <a:bodyPr anchorCtr="0" anchor="t" bIns="45700" lIns="91425" spcFirstLastPara="1" rIns="91425" wrap="square" tIns="45700">
            <a:spAutoFit/>
          </a:bodyPr>
          <a:lstStyle/>
          <a:p>
            <a:pPr indent="0" lvl="0" marL="0" marR="0" rtl="0" algn="just">
              <a:spcBef>
                <a:spcPts val="0"/>
              </a:spcBef>
              <a:spcAft>
                <a:spcPts val="0"/>
              </a:spcAft>
              <a:buNone/>
            </a:pPr>
            <a:r>
              <a:rPr lang="en-US" sz="1800">
                <a:solidFill>
                  <a:schemeClr val="dk1"/>
                </a:solidFill>
                <a:latin typeface="Arial"/>
                <a:ea typeface="Arial"/>
                <a:cs typeface="Arial"/>
                <a:sym typeface="Arial"/>
              </a:rPr>
              <a:t>=&gt; v2 giữ nguyên hoặc vượt nhẹ accuracy trên mẫu độc lập (94.37% so với 92.96%) trong khi giảm mạnh độ trễ pipeline. Việc kiểm chứng trên 71 câu chưa từng dùng để tuning khẳng định kết quả là thực chất, không phải nhờ may mắn chọn đúng cấu hình.</a:t>
            </a:r>
            <a:endParaRPr/>
          </a:p>
        </p:txBody>
      </p:sp>
      <p:sp>
        <p:nvSpPr>
          <p:cNvPr id="676" name="Google Shape;676;p28"/>
          <p:cNvSpPr txBox="1"/>
          <p:nvPr/>
        </p:nvSpPr>
        <p:spPr>
          <a:xfrm>
            <a:off x="11684000" y="6540500"/>
            <a:ext cx="381000" cy="190500"/>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lang="en-US" sz="1000">
                <a:solidFill>
                  <a:srgbClr val="505050"/>
                </a:solidFill>
                <a:latin typeface="Arial"/>
                <a:ea typeface="Arial"/>
                <a:cs typeface="Arial"/>
                <a:sym typeface="Arial"/>
              </a:rPr>
              <a:t>29</a:t>
            </a:r>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0" name="Shape 680"/>
        <p:cNvGrpSpPr/>
        <p:nvPr/>
      </p:nvGrpSpPr>
      <p:grpSpPr>
        <a:xfrm>
          <a:off x="0" y="0"/>
          <a:ext cx="0" cy="0"/>
          <a:chOff x="0" y="0"/>
          <a:chExt cx="0" cy="0"/>
        </a:xfrm>
      </p:grpSpPr>
      <p:sp>
        <p:nvSpPr>
          <p:cNvPr id="681" name="Google Shape;681;p29"/>
          <p:cNvSpPr txBox="1"/>
          <p:nvPr/>
        </p:nvSpPr>
        <p:spPr>
          <a:xfrm>
            <a:off x="338760" y="112680"/>
            <a:ext cx="11514240" cy="435600"/>
          </a:xfrm>
          <a:prstGeom prst="rect">
            <a:avLst/>
          </a:prstGeom>
          <a:noFill/>
          <a:ln>
            <a:noFill/>
          </a:ln>
        </p:spPr>
        <p:txBody>
          <a:bodyPr anchorCtr="0" anchor="t" bIns="45000" lIns="90000" spcFirstLastPara="1" rIns="90000" wrap="square" tIns="45000">
            <a:noAutofit/>
          </a:bodyPr>
          <a:lstStyle/>
          <a:p>
            <a:pPr indent="0" lvl="0" marL="0" marR="0" rtl="0" algn="l">
              <a:spcBef>
                <a:spcPts val="0"/>
              </a:spcBef>
              <a:spcAft>
                <a:spcPts val="0"/>
              </a:spcAft>
              <a:buNone/>
            </a:pPr>
            <a:r>
              <a:rPr lang="en-US" sz="2800">
                <a:solidFill>
                  <a:schemeClr val="lt1"/>
                </a:solidFill>
                <a:latin typeface="Arial"/>
                <a:ea typeface="Arial"/>
                <a:cs typeface="Arial"/>
                <a:sym typeface="Arial"/>
              </a:rPr>
              <a:t>5. Kết luận và Hướng phát triển</a:t>
            </a:r>
            <a:endParaRPr sz="2800">
              <a:solidFill>
                <a:schemeClr val="lt1"/>
              </a:solidFill>
              <a:latin typeface="Arial"/>
              <a:ea typeface="Arial"/>
              <a:cs typeface="Arial"/>
              <a:sym typeface="Arial"/>
            </a:endParaRPr>
          </a:p>
        </p:txBody>
      </p:sp>
      <p:sp>
        <p:nvSpPr>
          <p:cNvPr id="682" name="Google Shape;682;p29"/>
          <p:cNvSpPr txBox="1"/>
          <p:nvPr/>
        </p:nvSpPr>
        <p:spPr>
          <a:xfrm>
            <a:off x="338760" y="937405"/>
            <a:ext cx="11433181" cy="2585323"/>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800">
                <a:solidFill>
                  <a:schemeClr val="dk1"/>
                </a:solidFill>
                <a:latin typeface="Arial"/>
                <a:ea typeface="Arial"/>
                <a:cs typeface="Arial"/>
                <a:sym typeface="Arial"/>
              </a:rPr>
              <a:t>Kết luận</a:t>
            </a:r>
            <a:endParaRPr b="1" sz="1800">
              <a:solidFill>
                <a:schemeClr val="dk1"/>
              </a:solidFill>
              <a:latin typeface="Arial"/>
              <a:ea typeface="Arial"/>
              <a:cs typeface="Arial"/>
              <a:sym typeface="Arial"/>
            </a:endParaRPr>
          </a:p>
          <a:p>
            <a:pPr indent="-285750" lvl="0" marL="285750" marR="0" rtl="0" algn="l">
              <a:spcBef>
                <a:spcPts val="0"/>
              </a:spcBef>
              <a:spcAft>
                <a:spcPts val="0"/>
              </a:spcAft>
              <a:buClr>
                <a:schemeClr val="dk1"/>
              </a:buClr>
              <a:buSzPts val="1800"/>
              <a:buFont typeface="Arial"/>
              <a:buChar char="•"/>
            </a:pPr>
            <a:r>
              <a:rPr lang="en-US" sz="1800">
                <a:solidFill>
                  <a:schemeClr val="dk1"/>
                </a:solidFill>
                <a:latin typeface="Arial"/>
                <a:ea typeface="Arial"/>
                <a:cs typeface="Arial"/>
                <a:sym typeface="Arial"/>
              </a:rPr>
              <a:t>Xây dựng hệ thống v2 theo hướng tối ưu có đo lường: từ hệ thống v1, đồ án xác định các điểm nghẽn về chất lượng truy hồi, độ trễ và chi phí, sau đó tối ưu từng thành phần dựa trên số liệu thực đo</a:t>
            </a:r>
            <a:endParaRPr sz="1800">
              <a:solidFill>
                <a:schemeClr val="dk1"/>
              </a:solidFill>
              <a:latin typeface="Arial"/>
              <a:ea typeface="Arial"/>
              <a:cs typeface="Arial"/>
              <a:sym typeface="Arial"/>
            </a:endParaRPr>
          </a:p>
          <a:p>
            <a:pPr indent="-285750" lvl="0" marL="285750" marR="0" rtl="0" algn="l">
              <a:spcBef>
                <a:spcPts val="0"/>
              </a:spcBef>
              <a:spcAft>
                <a:spcPts val="0"/>
              </a:spcAft>
              <a:buClr>
                <a:schemeClr val="dk1"/>
              </a:buClr>
              <a:buSzPts val="1800"/>
              <a:buFont typeface="Arial"/>
              <a:buChar char="•"/>
            </a:pPr>
            <a:r>
              <a:rPr lang="en-US" sz="1800">
                <a:solidFill>
                  <a:schemeClr val="dk1"/>
                </a:solidFill>
                <a:latin typeface="Arial"/>
                <a:ea typeface="Arial"/>
                <a:cs typeface="Arial"/>
                <a:sym typeface="Arial"/>
              </a:rPr>
              <a:t>Embedding tinh chỉnh 512 chiều đạt Acc@1 </a:t>
            </a:r>
            <a:r>
              <a:rPr b="1" lang="en-US" sz="1800">
                <a:solidFill>
                  <a:schemeClr val="dk1"/>
                </a:solidFill>
                <a:latin typeface="Arial"/>
                <a:ea typeface="Arial"/>
                <a:cs typeface="Arial"/>
                <a:sym typeface="Arial"/>
              </a:rPr>
              <a:t>71.79%</a:t>
            </a:r>
            <a:r>
              <a:rPr lang="en-US" sz="1800">
                <a:solidFill>
                  <a:schemeClr val="dk1"/>
                </a:solidFill>
                <a:latin typeface="Arial"/>
                <a:ea typeface="Arial"/>
                <a:cs typeface="Arial"/>
                <a:sym typeface="Arial"/>
              </a:rPr>
              <a:t> — vượt base 1024 chiều (70.77%) trong khi giảm </a:t>
            </a:r>
            <a:r>
              <a:rPr b="1" lang="en-US" sz="1800">
                <a:solidFill>
                  <a:schemeClr val="dk1"/>
                </a:solidFill>
                <a:latin typeface="Arial"/>
                <a:ea typeface="Arial"/>
                <a:cs typeface="Arial"/>
                <a:sym typeface="Arial"/>
              </a:rPr>
              <a:t>50% dung lượng</a:t>
            </a:r>
            <a:r>
              <a:rPr lang="en-US" sz="1800">
                <a:solidFill>
                  <a:schemeClr val="dk1"/>
                </a:solidFill>
                <a:latin typeface="Arial"/>
                <a:ea typeface="Arial"/>
                <a:cs typeface="Arial"/>
                <a:sym typeface="Arial"/>
              </a:rPr>
              <a:t> lưu trữ vector</a:t>
            </a:r>
            <a:endParaRPr/>
          </a:p>
          <a:p>
            <a:pPr indent="-285750" lvl="0" marL="285750" marR="0" rtl="0" algn="l">
              <a:spcBef>
                <a:spcPts val="0"/>
              </a:spcBef>
              <a:spcAft>
                <a:spcPts val="0"/>
              </a:spcAft>
              <a:buClr>
                <a:schemeClr val="dk1"/>
              </a:buClr>
              <a:buSzPts val="1800"/>
              <a:buFont typeface="Arial"/>
              <a:buChar char="•"/>
            </a:pPr>
            <a:r>
              <a:rPr lang="en-US" sz="1800">
                <a:solidFill>
                  <a:schemeClr val="dk1"/>
                </a:solidFill>
                <a:latin typeface="Arial"/>
                <a:ea typeface="Arial"/>
                <a:cs typeface="Arial"/>
                <a:sym typeface="Arial"/>
              </a:rPr>
              <a:t>Reranker INT8: MRR@10 </a:t>
            </a:r>
            <a:r>
              <a:rPr b="1" lang="en-US" sz="1800">
                <a:solidFill>
                  <a:schemeClr val="dk1"/>
                </a:solidFill>
                <a:latin typeface="Arial"/>
                <a:ea typeface="Arial"/>
                <a:cs typeface="Arial"/>
                <a:sym typeface="Arial"/>
              </a:rPr>
              <a:t>0.8834</a:t>
            </a:r>
            <a:r>
              <a:rPr lang="en-US" sz="1800">
                <a:solidFill>
                  <a:schemeClr val="dk1"/>
                </a:solidFill>
                <a:latin typeface="Arial"/>
                <a:ea typeface="Arial"/>
                <a:cs typeface="Arial"/>
                <a:sym typeface="Arial"/>
              </a:rPr>
              <a:t>, ngang teacher 568M — nặng </a:t>
            </a:r>
            <a:r>
              <a:rPr b="1" lang="en-US" sz="1800">
                <a:solidFill>
                  <a:schemeClr val="dk1"/>
                </a:solidFill>
                <a:latin typeface="Arial"/>
                <a:ea typeface="Arial"/>
                <a:cs typeface="Arial"/>
                <a:sym typeface="Arial"/>
              </a:rPr>
              <a:t>34.8 MB</a:t>
            </a:r>
            <a:r>
              <a:rPr lang="en-US" sz="1800">
                <a:solidFill>
                  <a:schemeClr val="dk1"/>
                </a:solidFill>
                <a:latin typeface="Arial"/>
                <a:ea typeface="Arial"/>
                <a:cs typeface="Arial"/>
                <a:sym typeface="Arial"/>
              </a:rPr>
              <a:t> (thay vì 2.2 GB), chạy được trên CPU không cần GPU</a:t>
            </a:r>
            <a:endParaRPr/>
          </a:p>
          <a:p>
            <a:pPr indent="-285750" lvl="0" marL="285750" marR="0" rtl="0" algn="l">
              <a:spcBef>
                <a:spcPts val="0"/>
              </a:spcBef>
              <a:spcAft>
                <a:spcPts val="0"/>
              </a:spcAft>
              <a:buClr>
                <a:schemeClr val="dk1"/>
              </a:buClr>
              <a:buSzPts val="1800"/>
              <a:buFont typeface="Arial"/>
              <a:buChar char="•"/>
            </a:pPr>
            <a:r>
              <a:rPr lang="en-US" sz="1800">
                <a:solidFill>
                  <a:schemeClr val="dk1"/>
                </a:solidFill>
                <a:latin typeface="Arial"/>
                <a:ea typeface="Arial"/>
                <a:cs typeface="Arial"/>
                <a:sym typeface="Arial"/>
              </a:rPr>
              <a:t>Router SetFit cục bộ thay GPT router: độ trễ giảm từ </a:t>
            </a:r>
            <a:r>
              <a:rPr b="1" lang="en-US" sz="1800">
                <a:solidFill>
                  <a:schemeClr val="dk1"/>
                </a:solidFill>
                <a:latin typeface="Arial"/>
                <a:ea typeface="Arial"/>
                <a:cs typeface="Arial"/>
                <a:sym typeface="Arial"/>
              </a:rPr>
              <a:t>743ms xuống 83ms</a:t>
            </a:r>
            <a:r>
              <a:rPr lang="en-US" sz="1800">
                <a:solidFill>
                  <a:schemeClr val="dk1"/>
                </a:solidFill>
                <a:latin typeface="Arial"/>
                <a:ea typeface="Arial"/>
                <a:cs typeface="Arial"/>
                <a:sym typeface="Arial"/>
              </a:rPr>
              <a:t> (8.9×), độ chính xác định tuyến tăng </a:t>
            </a:r>
            <a:r>
              <a:rPr b="1" lang="en-US" sz="1800">
                <a:solidFill>
                  <a:schemeClr val="dk1"/>
                </a:solidFill>
                <a:latin typeface="Arial"/>
                <a:ea typeface="Arial"/>
                <a:cs typeface="Arial"/>
                <a:sym typeface="Arial"/>
              </a:rPr>
              <a:t>+2.82%</a:t>
            </a:r>
            <a:r>
              <a:rPr lang="en-US" sz="1800">
                <a:solidFill>
                  <a:schemeClr val="dk1"/>
                </a:solidFill>
                <a:latin typeface="Arial"/>
                <a:ea typeface="Arial"/>
                <a:cs typeface="Arial"/>
                <a:sym typeface="Arial"/>
              </a:rPr>
              <a:t> trên tập kiểm chứng độc lập</a:t>
            </a:r>
            <a:endParaRPr sz="1800">
              <a:solidFill>
                <a:schemeClr val="dk1"/>
              </a:solidFill>
              <a:latin typeface="Arial"/>
              <a:ea typeface="Arial"/>
              <a:cs typeface="Arial"/>
              <a:sym typeface="Arial"/>
            </a:endParaRPr>
          </a:p>
        </p:txBody>
      </p:sp>
      <p:sp>
        <p:nvSpPr>
          <p:cNvPr id="683" name="Google Shape;683;p29"/>
          <p:cNvSpPr txBox="1"/>
          <p:nvPr/>
        </p:nvSpPr>
        <p:spPr>
          <a:xfrm>
            <a:off x="11684000" y="6540500"/>
            <a:ext cx="381000" cy="190500"/>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lang="en-US" sz="1000">
                <a:solidFill>
                  <a:srgbClr val="505050"/>
                </a:solidFill>
                <a:latin typeface="Arial"/>
                <a:ea typeface="Arial"/>
                <a:cs typeface="Arial"/>
                <a:sym typeface="Arial"/>
              </a:rPr>
              <a:t>30</a:t>
            </a:r>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8" name="Shape 688"/>
        <p:cNvGrpSpPr/>
        <p:nvPr/>
      </p:nvGrpSpPr>
      <p:grpSpPr>
        <a:xfrm>
          <a:off x="0" y="0"/>
          <a:ext cx="0" cy="0"/>
          <a:chOff x="0" y="0"/>
          <a:chExt cx="0" cy="0"/>
        </a:xfrm>
      </p:grpSpPr>
      <p:sp>
        <p:nvSpPr>
          <p:cNvPr id="689" name="Google Shape;689;p30"/>
          <p:cNvSpPr txBox="1"/>
          <p:nvPr/>
        </p:nvSpPr>
        <p:spPr>
          <a:xfrm>
            <a:off x="338760" y="112680"/>
            <a:ext cx="11514240" cy="435600"/>
          </a:xfrm>
          <a:prstGeom prst="rect">
            <a:avLst/>
          </a:prstGeom>
          <a:noFill/>
          <a:ln>
            <a:noFill/>
          </a:ln>
        </p:spPr>
        <p:txBody>
          <a:bodyPr anchorCtr="0" anchor="t" bIns="45000" lIns="90000" spcFirstLastPara="1" rIns="90000" wrap="square" tIns="45000">
            <a:noAutofit/>
          </a:bodyPr>
          <a:lstStyle/>
          <a:p>
            <a:pPr indent="0" lvl="0" marL="0" marR="0" rtl="0" algn="l">
              <a:spcBef>
                <a:spcPts val="0"/>
              </a:spcBef>
              <a:spcAft>
                <a:spcPts val="0"/>
              </a:spcAft>
              <a:buNone/>
            </a:pPr>
            <a:r>
              <a:rPr lang="en-US" sz="2800">
                <a:solidFill>
                  <a:schemeClr val="lt1"/>
                </a:solidFill>
                <a:latin typeface="Arial"/>
                <a:ea typeface="Arial"/>
                <a:cs typeface="Arial"/>
                <a:sym typeface="Arial"/>
              </a:rPr>
              <a:t>5. Kết luận và Hướng phát triển</a:t>
            </a:r>
            <a:endParaRPr sz="2800">
              <a:solidFill>
                <a:schemeClr val="lt1"/>
              </a:solidFill>
              <a:latin typeface="Arial"/>
              <a:ea typeface="Arial"/>
              <a:cs typeface="Arial"/>
              <a:sym typeface="Arial"/>
            </a:endParaRPr>
          </a:p>
        </p:txBody>
      </p:sp>
      <p:sp>
        <p:nvSpPr>
          <p:cNvPr id="690" name="Google Shape;690;p30"/>
          <p:cNvSpPr txBox="1"/>
          <p:nvPr/>
        </p:nvSpPr>
        <p:spPr>
          <a:xfrm>
            <a:off x="338760" y="937405"/>
            <a:ext cx="11433300" cy="48024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800">
                <a:solidFill>
                  <a:schemeClr val="dk1"/>
                </a:solidFill>
                <a:latin typeface="Arial"/>
                <a:ea typeface="Arial"/>
                <a:cs typeface="Arial"/>
                <a:sym typeface="Arial"/>
              </a:rPr>
              <a:t>Hạn chế</a:t>
            </a:r>
            <a:endParaRPr b="1" sz="1800">
              <a:solidFill>
                <a:schemeClr val="dk1"/>
              </a:solidFill>
              <a:latin typeface="Arial"/>
              <a:ea typeface="Arial"/>
              <a:cs typeface="Arial"/>
              <a:sym typeface="Arial"/>
            </a:endParaRPr>
          </a:p>
          <a:p>
            <a:pPr indent="-285750" lvl="0" marL="285750" marR="0" rtl="0" algn="l">
              <a:spcBef>
                <a:spcPts val="0"/>
              </a:spcBef>
              <a:spcAft>
                <a:spcPts val="0"/>
              </a:spcAft>
              <a:buClr>
                <a:schemeClr val="dk1"/>
              </a:buClr>
              <a:buSzPts val="1800"/>
              <a:buFont typeface="Arial"/>
              <a:buChar char="•"/>
            </a:pPr>
            <a:r>
              <a:rPr lang="en-US" sz="1800">
                <a:solidFill>
                  <a:schemeClr val="dk1"/>
                </a:solidFill>
                <a:latin typeface="Arial"/>
                <a:ea typeface="Arial"/>
                <a:cs typeface="Arial"/>
                <a:sym typeface="Arial"/>
              </a:rPr>
              <a:t>Fine-tune embedding cải thiện Acc@1 từ </a:t>
            </a:r>
            <a:r>
              <a:rPr b="1" lang="en-US" sz="1800">
                <a:solidFill>
                  <a:schemeClr val="dk1"/>
                </a:solidFill>
                <a:latin typeface="Arial"/>
                <a:ea typeface="Arial"/>
                <a:cs typeface="Arial"/>
                <a:sym typeface="Arial"/>
              </a:rPr>
              <a:t>70.77% lên 71.79%</a:t>
            </a:r>
            <a:r>
              <a:rPr lang="en-US" sz="1800">
                <a:solidFill>
                  <a:schemeClr val="dk1"/>
                </a:solidFill>
                <a:latin typeface="Arial"/>
                <a:ea typeface="Arial"/>
                <a:cs typeface="Arial"/>
                <a:sym typeface="Arial"/>
              </a:rPr>
              <a:t> — mức tăng vừa phải do base model đã mạnh và dữ liệu miền còn nhỏ</a:t>
            </a:r>
            <a:endParaRPr sz="1800">
              <a:solidFill>
                <a:schemeClr val="dk1"/>
              </a:solidFill>
              <a:latin typeface="Arial"/>
              <a:ea typeface="Arial"/>
              <a:cs typeface="Arial"/>
              <a:sym typeface="Arial"/>
            </a:endParaRPr>
          </a:p>
          <a:p>
            <a:pPr indent="-285750" lvl="0" marL="285750" marR="0" rtl="0" algn="l">
              <a:spcBef>
                <a:spcPts val="0"/>
              </a:spcBef>
              <a:spcAft>
                <a:spcPts val="0"/>
              </a:spcAft>
              <a:buClr>
                <a:schemeClr val="dk1"/>
              </a:buClr>
              <a:buSzPts val="1800"/>
              <a:buFont typeface="Arial"/>
              <a:buChar char="•"/>
            </a:pPr>
            <a:r>
              <a:rPr lang="en-US" sz="1800">
                <a:solidFill>
                  <a:schemeClr val="dk1"/>
                </a:solidFill>
                <a:latin typeface="Arial"/>
                <a:ea typeface="Arial"/>
                <a:cs typeface="Arial"/>
                <a:sym typeface="Arial"/>
              </a:rPr>
              <a:t>Cắt tỉa từ vựng giảm 70% dung lượng nhưng không giảm độ trễ — chi phí tính toán nằm ở các tầng transformer, không phải bảng embedding</a:t>
            </a:r>
            <a:endParaRPr sz="1800">
              <a:solidFill>
                <a:schemeClr val="dk1"/>
              </a:solidFill>
              <a:latin typeface="Arial"/>
              <a:ea typeface="Arial"/>
              <a:cs typeface="Arial"/>
              <a:sym typeface="Arial"/>
            </a:endParaRPr>
          </a:p>
          <a:p>
            <a:pPr indent="-285750" lvl="0" marL="285750" marR="0" rtl="0" algn="l">
              <a:spcBef>
                <a:spcPts val="0"/>
              </a:spcBef>
              <a:spcAft>
                <a:spcPts val="0"/>
              </a:spcAft>
              <a:buClr>
                <a:schemeClr val="dk1"/>
              </a:buClr>
              <a:buSzPts val="1800"/>
              <a:buFont typeface="Arial"/>
              <a:buChar char="•"/>
            </a:pPr>
            <a:r>
              <a:rPr lang="en-US" sz="1800">
                <a:solidFill>
                  <a:schemeClr val="dk1"/>
                </a:solidFill>
                <a:latin typeface="Arial"/>
                <a:ea typeface="Arial"/>
                <a:cs typeface="Arial"/>
                <a:sym typeface="Arial"/>
              </a:rPr>
              <a:t>Chỉ đánh giá trên một miền tài liệu kỹ thuật cụ thể — chưa kiểm chứng khả năng tổng quát hoá sang miền khác</a:t>
            </a:r>
            <a:endParaRPr sz="1800">
              <a:solidFill>
                <a:srgbClr val="1E293B"/>
              </a:solidFill>
              <a:latin typeface="Arial"/>
              <a:ea typeface="Arial"/>
              <a:cs typeface="Arial"/>
              <a:sym typeface="Arial"/>
            </a:endParaRPr>
          </a:p>
          <a:p>
            <a:pPr indent="0" lvl="0" marL="0" marR="0" rtl="0" algn="l">
              <a:spcBef>
                <a:spcPts val="0"/>
              </a:spcBef>
              <a:spcAft>
                <a:spcPts val="0"/>
              </a:spcAft>
              <a:buNone/>
            </a:pPr>
            <a:r>
              <a:t/>
            </a:r>
            <a:endParaRPr sz="1800">
              <a:solidFill>
                <a:srgbClr val="1E293B"/>
              </a:solidFill>
              <a:latin typeface="Arial"/>
              <a:ea typeface="Arial"/>
              <a:cs typeface="Arial"/>
              <a:sym typeface="Arial"/>
            </a:endParaRPr>
          </a:p>
          <a:p>
            <a:pPr indent="0" lvl="0" marL="0" marR="0" rtl="0" algn="l">
              <a:spcBef>
                <a:spcPts val="0"/>
              </a:spcBef>
              <a:spcAft>
                <a:spcPts val="0"/>
              </a:spcAft>
              <a:buNone/>
            </a:pPr>
            <a:r>
              <a:t/>
            </a:r>
            <a:endParaRPr sz="1800">
              <a:solidFill>
                <a:srgbClr val="1E293B"/>
              </a:solidFill>
              <a:latin typeface="Arial"/>
              <a:ea typeface="Arial"/>
              <a:cs typeface="Arial"/>
              <a:sym typeface="Arial"/>
            </a:endParaRPr>
          </a:p>
          <a:p>
            <a:pPr indent="0" lvl="0" marL="0" marR="0" rtl="0" algn="l">
              <a:spcBef>
                <a:spcPts val="0"/>
              </a:spcBef>
              <a:spcAft>
                <a:spcPts val="0"/>
              </a:spcAft>
              <a:buNone/>
            </a:pPr>
            <a:r>
              <a:t/>
            </a:r>
            <a:endParaRPr sz="1800">
              <a:solidFill>
                <a:srgbClr val="1E293B"/>
              </a:solidFill>
              <a:latin typeface="Arial"/>
              <a:ea typeface="Arial"/>
              <a:cs typeface="Arial"/>
              <a:sym typeface="Arial"/>
            </a:endParaRPr>
          </a:p>
          <a:p>
            <a:pPr indent="0" lvl="0" marL="0" marR="0" rtl="0" algn="l">
              <a:spcBef>
                <a:spcPts val="0"/>
              </a:spcBef>
              <a:spcAft>
                <a:spcPts val="0"/>
              </a:spcAft>
              <a:buNone/>
            </a:pPr>
            <a:r>
              <a:rPr b="1" lang="en-US" sz="1800">
                <a:solidFill>
                  <a:srgbClr val="1E293B"/>
                </a:solidFill>
                <a:latin typeface="Arial"/>
                <a:ea typeface="Arial"/>
                <a:cs typeface="Arial"/>
                <a:sym typeface="Arial"/>
              </a:rPr>
              <a:t>Hướng phát triển</a:t>
            </a:r>
            <a:endParaRPr b="1" sz="1800">
              <a:solidFill>
                <a:srgbClr val="1E293B"/>
              </a:solidFill>
              <a:latin typeface="Arial"/>
              <a:ea typeface="Arial"/>
              <a:cs typeface="Arial"/>
              <a:sym typeface="Arial"/>
            </a:endParaRPr>
          </a:p>
          <a:p>
            <a:pPr indent="-285750" lvl="0" marL="285750" marR="0" rtl="0" algn="l">
              <a:spcBef>
                <a:spcPts val="0"/>
              </a:spcBef>
              <a:spcAft>
                <a:spcPts val="0"/>
              </a:spcAft>
              <a:buClr>
                <a:schemeClr val="dk1"/>
              </a:buClr>
              <a:buSzPts val="1800"/>
              <a:buFont typeface="Arial"/>
              <a:buChar char="•"/>
            </a:pPr>
            <a:r>
              <a:rPr lang="en-US" sz="1800">
                <a:solidFill>
                  <a:schemeClr val="dk1"/>
                </a:solidFill>
                <a:latin typeface="Arial"/>
                <a:ea typeface="Arial"/>
                <a:cs typeface="Arial"/>
                <a:sym typeface="Arial"/>
              </a:rPr>
              <a:t>Mở rộng bộ kiểm thử với xác minh thủ công hoàn toàn và bổ sung hard negative đặc thù miền để cải thiện chất lượng dữ liệu huấn luyện</a:t>
            </a:r>
            <a:endParaRPr sz="1800">
              <a:solidFill>
                <a:schemeClr val="dk1"/>
              </a:solidFill>
              <a:latin typeface="Arial"/>
              <a:ea typeface="Arial"/>
              <a:cs typeface="Arial"/>
              <a:sym typeface="Arial"/>
            </a:endParaRPr>
          </a:p>
          <a:p>
            <a:pPr indent="-285750" lvl="0" marL="285750" marR="0" rtl="0" algn="l">
              <a:spcBef>
                <a:spcPts val="0"/>
              </a:spcBef>
              <a:spcAft>
                <a:spcPts val="0"/>
              </a:spcAft>
              <a:buClr>
                <a:schemeClr val="dk1"/>
              </a:buClr>
              <a:buSzPts val="1800"/>
              <a:buFont typeface="Arial"/>
              <a:buChar char="•"/>
            </a:pPr>
            <a:r>
              <a:rPr lang="en-US" sz="1800">
                <a:solidFill>
                  <a:schemeClr val="dk1"/>
                </a:solidFill>
                <a:latin typeface="Arial"/>
                <a:ea typeface="Arial"/>
                <a:cs typeface="Arial"/>
                <a:sym typeface="Arial"/>
              </a:rPr>
              <a:t>Khảo sát thêm các kỹ thuật nén và kiến trúc reranker khác để giảm độ trễ hơn nữa mà không yêu cầu GPU</a:t>
            </a:r>
            <a:endParaRPr sz="1800">
              <a:solidFill>
                <a:schemeClr val="dk1"/>
              </a:solidFill>
              <a:latin typeface="Arial"/>
              <a:ea typeface="Arial"/>
              <a:cs typeface="Arial"/>
              <a:sym typeface="Arial"/>
            </a:endParaRPr>
          </a:p>
          <a:p>
            <a:pPr indent="-285750" lvl="0" marL="285750" marR="0" rtl="0" algn="l">
              <a:spcBef>
                <a:spcPts val="0"/>
              </a:spcBef>
              <a:spcAft>
                <a:spcPts val="0"/>
              </a:spcAft>
              <a:buClr>
                <a:schemeClr val="dk1"/>
              </a:buClr>
              <a:buSzPts val="1800"/>
              <a:buFont typeface="Arial"/>
              <a:buChar char="•"/>
            </a:pPr>
            <a:r>
              <a:rPr lang="en-US" sz="1800">
                <a:solidFill>
                  <a:schemeClr val="dk1"/>
                </a:solidFill>
                <a:latin typeface="Arial"/>
                <a:ea typeface="Arial"/>
                <a:cs typeface="Arial"/>
                <a:sym typeface="Arial"/>
              </a:rPr>
              <a:t>Đánh giá trên nhiều miền tài liệu và môi trường vận hành thực tế khác để kiểm chứng khả năng tổng quát hoá của pipeline</a:t>
            </a:r>
            <a:endParaRPr sz="1800">
              <a:solidFill>
                <a:schemeClr val="dk1"/>
              </a:solidFill>
              <a:latin typeface="Arial"/>
              <a:ea typeface="Arial"/>
              <a:cs typeface="Arial"/>
              <a:sym typeface="Arial"/>
            </a:endParaRPr>
          </a:p>
          <a:p>
            <a:pPr indent="0" lvl="0" marL="0" marR="0" rtl="0" algn="l">
              <a:spcBef>
                <a:spcPts val="0"/>
              </a:spcBef>
              <a:spcAft>
                <a:spcPts val="0"/>
              </a:spcAft>
              <a:buNone/>
            </a:pPr>
            <a:r>
              <a:t/>
            </a:r>
            <a:endParaRPr b="1" sz="1800">
              <a:solidFill>
                <a:schemeClr val="dk1"/>
              </a:solidFill>
              <a:latin typeface="Arial"/>
              <a:ea typeface="Arial"/>
              <a:cs typeface="Arial"/>
              <a:sym typeface="Arial"/>
            </a:endParaRPr>
          </a:p>
        </p:txBody>
      </p:sp>
      <p:sp>
        <p:nvSpPr>
          <p:cNvPr id="691" name="Google Shape;691;p30"/>
          <p:cNvSpPr txBox="1"/>
          <p:nvPr/>
        </p:nvSpPr>
        <p:spPr>
          <a:xfrm>
            <a:off x="11684000" y="6540500"/>
            <a:ext cx="381000" cy="190500"/>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lang="en-US" sz="1000">
                <a:solidFill>
                  <a:srgbClr val="505050"/>
                </a:solidFill>
                <a:latin typeface="Arial"/>
                <a:ea typeface="Arial"/>
                <a:cs typeface="Arial"/>
                <a:sym typeface="Arial"/>
              </a:rPr>
              <a:t>31</a:t>
            </a:r>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5" name="Shape 695"/>
        <p:cNvGrpSpPr/>
        <p:nvPr/>
      </p:nvGrpSpPr>
      <p:grpSpPr>
        <a:xfrm>
          <a:off x="0" y="0"/>
          <a:ext cx="0" cy="0"/>
          <a:chOff x="0" y="0"/>
          <a:chExt cx="0" cy="0"/>
        </a:xfrm>
      </p:grpSpPr>
      <p:sp>
        <p:nvSpPr>
          <p:cNvPr id="696" name="Google Shape;696;p31"/>
          <p:cNvSpPr/>
          <p:nvPr/>
        </p:nvSpPr>
        <p:spPr>
          <a:xfrm>
            <a:off x="5756400" y="2824200"/>
            <a:ext cx="5136480" cy="970920"/>
          </a:xfrm>
          <a:prstGeom prst="rect">
            <a:avLst/>
          </a:prstGeom>
          <a:noFill/>
          <a:ln>
            <a:noFill/>
          </a:ln>
        </p:spPr>
        <p:txBody>
          <a:bodyPr anchorCtr="0" anchor="t" bIns="45000" lIns="90000" spcFirstLastPara="1" rIns="90000" wrap="square" tIns="45000">
            <a:noAutofit/>
          </a:bodyPr>
          <a:lstStyle/>
          <a:p>
            <a:pPr indent="0" lvl="0" marL="0" marR="0" rtl="0" algn="l">
              <a:lnSpc>
                <a:spcPct val="90000"/>
              </a:lnSpc>
              <a:spcBef>
                <a:spcPts val="0"/>
              </a:spcBef>
              <a:spcAft>
                <a:spcPts val="0"/>
              </a:spcAft>
              <a:buNone/>
            </a:pPr>
            <a:r>
              <a:rPr b="1" lang="en-US" sz="6000" strike="noStrike">
                <a:solidFill>
                  <a:srgbClr val="C00000"/>
                </a:solidFill>
                <a:latin typeface="Lato"/>
                <a:ea typeface="Lato"/>
                <a:cs typeface="Lato"/>
                <a:sym typeface="Lato"/>
              </a:rPr>
              <a:t>THANK YOU !</a:t>
            </a:r>
            <a:endParaRPr b="0" sz="6000" strike="noStrike">
              <a:solidFill>
                <a:schemeClr val="dk1"/>
              </a:solidFill>
              <a:latin typeface="Arial"/>
              <a:ea typeface="Arial"/>
              <a:cs typeface="Arial"/>
              <a:sym typeface="Arial"/>
            </a:endParaRPr>
          </a:p>
        </p:txBody>
      </p:sp>
      <p:sp>
        <p:nvSpPr>
          <p:cNvPr id="697" name="Google Shape;697;p31"/>
          <p:cNvSpPr txBox="1"/>
          <p:nvPr/>
        </p:nvSpPr>
        <p:spPr>
          <a:xfrm>
            <a:off x="11684000" y="6540500"/>
            <a:ext cx="381000" cy="190500"/>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lang="en-US" sz="1000">
                <a:solidFill>
                  <a:srgbClr val="505050"/>
                </a:solidFill>
                <a:latin typeface="Arial"/>
                <a:ea typeface="Arial"/>
                <a:cs typeface="Arial"/>
                <a:sym typeface="Arial"/>
              </a:rPr>
              <a:t>32</a:t>
            </a:r>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1" name="Shape 701"/>
        <p:cNvGrpSpPr/>
        <p:nvPr/>
      </p:nvGrpSpPr>
      <p:grpSpPr>
        <a:xfrm>
          <a:off x="0" y="0"/>
          <a:ext cx="0" cy="0"/>
          <a:chOff x="0" y="0"/>
          <a:chExt cx="0" cy="0"/>
        </a:xfrm>
      </p:grpSpPr>
      <p:sp>
        <p:nvSpPr>
          <p:cNvPr id="702" name="Google Shape;702;p32"/>
          <p:cNvSpPr txBox="1"/>
          <p:nvPr/>
        </p:nvSpPr>
        <p:spPr>
          <a:xfrm>
            <a:off x="338760" y="112680"/>
            <a:ext cx="11514240" cy="435600"/>
          </a:xfrm>
          <a:prstGeom prst="rect">
            <a:avLst/>
          </a:prstGeom>
          <a:noFill/>
          <a:ln>
            <a:noFill/>
          </a:ln>
        </p:spPr>
        <p:txBody>
          <a:bodyPr anchorCtr="0" anchor="t" bIns="45000" lIns="90000" spcFirstLastPara="1" rIns="90000" wrap="square" tIns="45000">
            <a:noAutofit/>
          </a:bodyPr>
          <a:lstStyle/>
          <a:p>
            <a:pPr indent="0" lvl="0" marL="0" marR="0" rtl="0" algn="l">
              <a:spcBef>
                <a:spcPts val="0"/>
              </a:spcBef>
              <a:spcAft>
                <a:spcPts val="0"/>
              </a:spcAft>
              <a:buNone/>
            </a:pPr>
            <a:r>
              <a:rPr lang="en-US" sz="2800">
                <a:solidFill>
                  <a:schemeClr val="lt1"/>
                </a:solidFill>
                <a:latin typeface="Arial"/>
                <a:ea typeface="Arial"/>
                <a:cs typeface="Arial"/>
                <a:sym typeface="Arial"/>
              </a:rPr>
              <a:t>Appendix</a:t>
            </a:r>
            <a:endParaRPr/>
          </a:p>
        </p:txBody>
      </p:sp>
      <p:sp>
        <p:nvSpPr>
          <p:cNvPr id="703" name="Google Shape;703;p32"/>
          <p:cNvSpPr txBox="1"/>
          <p:nvPr/>
        </p:nvSpPr>
        <p:spPr>
          <a:xfrm>
            <a:off x="425570" y="937277"/>
            <a:ext cx="7999562"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800">
                <a:solidFill>
                  <a:schemeClr val="dk1"/>
                </a:solidFill>
                <a:latin typeface="Arial"/>
                <a:ea typeface="Arial"/>
                <a:cs typeface="Arial"/>
                <a:sym typeface="Arial"/>
              </a:rPr>
              <a:t>Ví dụ tính toán cho các hàm loss</a:t>
            </a:r>
            <a:endParaRPr/>
          </a:p>
        </p:txBody>
      </p:sp>
      <p:graphicFrame>
        <p:nvGraphicFramePr>
          <p:cNvPr id="704" name="Google Shape;704;p32"/>
          <p:cNvGraphicFramePr/>
          <p:nvPr/>
        </p:nvGraphicFramePr>
        <p:xfrm>
          <a:off x="1565417" y="1306609"/>
          <a:ext cx="3000000" cy="3000000"/>
        </p:xfrm>
        <a:graphic>
          <a:graphicData uri="http://schemas.openxmlformats.org/drawingml/2006/table">
            <a:tbl>
              <a:tblPr>
                <a:noFill/>
                <a:tableStyleId>{3399F127-FB33-4B61-8594-DA9710AD7025}</a:tableStyleId>
              </a:tblPr>
              <a:tblGrid>
                <a:gridCol w="3470150"/>
                <a:gridCol w="2795400"/>
                <a:gridCol w="2795400"/>
              </a:tblGrid>
              <a:tr h="324275">
                <a:tc>
                  <a:txBody>
                    <a:bodyPr/>
                    <a:lstStyle/>
                    <a:p>
                      <a:pPr indent="0" lvl="0" marL="0" marR="0" rtl="0" algn="l">
                        <a:spcBef>
                          <a:spcPts val="0"/>
                        </a:spcBef>
                        <a:spcAft>
                          <a:spcPts val="0"/>
                        </a:spcAft>
                        <a:buClr>
                          <a:srgbClr val="000000"/>
                        </a:buClr>
                        <a:buSzPts val="1400"/>
                        <a:buFont typeface="Arial"/>
                        <a:buNone/>
                      </a:pPr>
                      <a:r>
                        <a:rPr b="1" lang="en-US" sz="1400" u="none" cap="none" strike="noStrike">
                          <a:solidFill>
                            <a:srgbClr val="000000"/>
                          </a:solidFill>
                        </a:rPr>
                        <a:t>Ứng viên</a:t>
                      </a:r>
                      <a:endParaRPr sz="1400" u="none" cap="none" strike="noStrike"/>
                    </a:p>
                  </a:txBody>
                  <a:tcPr marT="45725" marB="45725" marR="91450" marL="91450" anchor="ctr">
                    <a:lnL cap="flat" cmpd="sng" w="9525">
                      <a:solidFill>
                        <a:srgbClr val="C9C9C9"/>
                      </a:solidFill>
                      <a:prstDash val="solid"/>
                      <a:round/>
                      <a:headEnd len="sm" w="sm" type="none"/>
                      <a:tailEnd len="sm" w="sm" type="none"/>
                    </a:lnL>
                    <a:lnR cap="flat" cmpd="sng" w="9525">
                      <a:solidFill>
                        <a:srgbClr val="C9C9C9"/>
                      </a:solidFill>
                      <a:prstDash val="solid"/>
                      <a:round/>
                      <a:headEnd len="sm" w="sm" type="none"/>
                      <a:tailEnd len="sm" w="sm" type="none"/>
                    </a:lnR>
                    <a:lnT cap="flat" cmpd="sng" w="9525">
                      <a:solidFill>
                        <a:srgbClr val="C9C9C9"/>
                      </a:solidFill>
                      <a:prstDash val="solid"/>
                      <a:round/>
                      <a:headEnd len="sm" w="sm" type="none"/>
                      <a:tailEnd len="sm" w="sm" type="none"/>
                    </a:lnT>
                    <a:lnB cap="flat" cmpd="sng" w="9525">
                      <a:solidFill>
                        <a:srgbClr val="C9C9C9"/>
                      </a:solidFill>
                      <a:prstDash val="solid"/>
                      <a:round/>
                      <a:headEnd len="sm" w="sm" type="none"/>
                      <a:tailEnd len="sm" w="sm" type="none"/>
                    </a:lnB>
                    <a:solidFill>
                      <a:srgbClr val="EDEDED"/>
                    </a:solidFill>
                  </a:tcPr>
                </a:tc>
                <a:tc>
                  <a:txBody>
                    <a:bodyPr/>
                    <a:lstStyle/>
                    <a:p>
                      <a:pPr indent="0" lvl="0" marL="0" marR="0" rtl="0" algn="ctr">
                        <a:spcBef>
                          <a:spcPts val="0"/>
                        </a:spcBef>
                        <a:spcAft>
                          <a:spcPts val="0"/>
                        </a:spcAft>
                        <a:buClr>
                          <a:srgbClr val="000000"/>
                        </a:buClr>
                        <a:buSzPts val="1400"/>
                        <a:buFont typeface="Arial"/>
                        <a:buNone/>
                      </a:pPr>
                      <a:r>
                        <a:rPr b="1" lang="en-US" sz="1400" u="none" cap="none" strike="noStrike">
                          <a:solidFill>
                            <a:srgbClr val="000000"/>
                          </a:solidFill>
                        </a:rPr>
                        <a:t>s</a:t>
                      </a:r>
                      <a:r>
                        <a:rPr b="1" baseline="30000" lang="en-US" sz="1400" u="none" cap="none" strike="noStrike">
                          <a:solidFill>
                            <a:srgbClr val="000000"/>
                          </a:solidFill>
                        </a:rPr>
                        <a:t>T</a:t>
                      </a:r>
                      <a:r>
                        <a:rPr b="1" baseline="-25000" lang="en-US" sz="1400" u="none" cap="none" strike="noStrike">
                          <a:solidFill>
                            <a:srgbClr val="000000"/>
                          </a:solidFill>
                        </a:rPr>
                        <a:t>i</a:t>
                      </a:r>
                      <a:r>
                        <a:rPr b="1" lang="en-US" sz="1400" u="none" cap="none" strike="noStrike">
                          <a:solidFill>
                            <a:srgbClr val="000000"/>
                          </a:solidFill>
                        </a:rPr>
                        <a:t> (teacher)</a:t>
                      </a:r>
                      <a:endParaRPr sz="1400" u="none" cap="none" strike="noStrike"/>
                    </a:p>
                  </a:txBody>
                  <a:tcPr marT="45725" marB="45725" marR="91450" marL="91450" anchor="ctr">
                    <a:lnL cap="flat" cmpd="sng" w="9525">
                      <a:solidFill>
                        <a:srgbClr val="C9C9C9"/>
                      </a:solidFill>
                      <a:prstDash val="solid"/>
                      <a:round/>
                      <a:headEnd len="sm" w="sm" type="none"/>
                      <a:tailEnd len="sm" w="sm" type="none"/>
                    </a:lnL>
                    <a:lnR cap="flat" cmpd="sng" w="9525">
                      <a:solidFill>
                        <a:srgbClr val="C9C9C9"/>
                      </a:solidFill>
                      <a:prstDash val="solid"/>
                      <a:round/>
                      <a:headEnd len="sm" w="sm" type="none"/>
                      <a:tailEnd len="sm" w="sm" type="none"/>
                    </a:lnR>
                    <a:lnT cap="flat" cmpd="sng" w="9525">
                      <a:solidFill>
                        <a:srgbClr val="C9C9C9"/>
                      </a:solidFill>
                      <a:prstDash val="solid"/>
                      <a:round/>
                      <a:headEnd len="sm" w="sm" type="none"/>
                      <a:tailEnd len="sm" w="sm" type="none"/>
                    </a:lnT>
                    <a:lnB cap="flat" cmpd="sng" w="9525">
                      <a:solidFill>
                        <a:srgbClr val="C9C9C9"/>
                      </a:solidFill>
                      <a:prstDash val="solid"/>
                      <a:round/>
                      <a:headEnd len="sm" w="sm" type="none"/>
                      <a:tailEnd len="sm" w="sm" type="none"/>
                    </a:lnB>
                    <a:solidFill>
                      <a:srgbClr val="EDEDED"/>
                    </a:solidFill>
                  </a:tcPr>
                </a:tc>
                <a:tc>
                  <a:txBody>
                    <a:bodyPr/>
                    <a:lstStyle/>
                    <a:p>
                      <a:pPr indent="0" lvl="0" marL="0" marR="0" rtl="0" algn="ctr">
                        <a:spcBef>
                          <a:spcPts val="0"/>
                        </a:spcBef>
                        <a:spcAft>
                          <a:spcPts val="0"/>
                        </a:spcAft>
                        <a:buClr>
                          <a:srgbClr val="000000"/>
                        </a:buClr>
                        <a:buSzPts val="1400"/>
                        <a:buFont typeface="Arial"/>
                        <a:buNone/>
                      </a:pPr>
                      <a:r>
                        <a:rPr b="1" lang="en-US" sz="1400" u="none" cap="none" strike="noStrike">
                          <a:solidFill>
                            <a:srgbClr val="000000"/>
                          </a:solidFill>
                        </a:rPr>
                        <a:t>s</a:t>
                      </a:r>
                      <a:r>
                        <a:rPr b="1" baseline="30000" lang="en-US" sz="1400" u="none" cap="none" strike="noStrike">
                          <a:solidFill>
                            <a:srgbClr val="000000"/>
                          </a:solidFill>
                        </a:rPr>
                        <a:t>S</a:t>
                      </a:r>
                      <a:r>
                        <a:rPr b="1" baseline="-25000" lang="en-US" sz="1400" u="none" cap="none" strike="noStrike">
                          <a:solidFill>
                            <a:srgbClr val="000000"/>
                          </a:solidFill>
                        </a:rPr>
                        <a:t>i</a:t>
                      </a:r>
                      <a:r>
                        <a:rPr b="1" lang="en-US" sz="1400" u="none" cap="none" strike="noStrike">
                          <a:solidFill>
                            <a:srgbClr val="000000"/>
                          </a:solidFill>
                        </a:rPr>
                        <a:t> (student hiện tại)</a:t>
                      </a:r>
                      <a:endParaRPr sz="1400" u="none" cap="none" strike="noStrike"/>
                    </a:p>
                  </a:txBody>
                  <a:tcPr marT="45725" marB="45725" marR="91450" marL="91450" anchor="ctr">
                    <a:lnL cap="flat" cmpd="sng" w="9525">
                      <a:solidFill>
                        <a:srgbClr val="C9C9C9"/>
                      </a:solidFill>
                      <a:prstDash val="solid"/>
                      <a:round/>
                      <a:headEnd len="sm" w="sm" type="none"/>
                      <a:tailEnd len="sm" w="sm" type="none"/>
                    </a:lnL>
                    <a:lnR cap="flat" cmpd="sng" w="9525">
                      <a:solidFill>
                        <a:srgbClr val="C9C9C9"/>
                      </a:solidFill>
                      <a:prstDash val="solid"/>
                      <a:round/>
                      <a:headEnd len="sm" w="sm" type="none"/>
                      <a:tailEnd len="sm" w="sm" type="none"/>
                    </a:lnR>
                    <a:lnT cap="flat" cmpd="sng" w="9525">
                      <a:solidFill>
                        <a:srgbClr val="C9C9C9"/>
                      </a:solidFill>
                      <a:prstDash val="solid"/>
                      <a:round/>
                      <a:headEnd len="sm" w="sm" type="none"/>
                      <a:tailEnd len="sm" w="sm" type="none"/>
                    </a:lnT>
                    <a:lnB cap="flat" cmpd="sng" w="9525">
                      <a:solidFill>
                        <a:srgbClr val="C9C9C9"/>
                      </a:solidFill>
                      <a:prstDash val="solid"/>
                      <a:round/>
                      <a:headEnd len="sm" w="sm" type="none"/>
                      <a:tailEnd len="sm" w="sm" type="none"/>
                    </a:lnB>
                    <a:solidFill>
                      <a:srgbClr val="EDEDED"/>
                    </a:solidFill>
                  </a:tcPr>
                </a:tc>
              </a:tr>
              <a:tr h="324275">
                <a:tc>
                  <a:txBody>
                    <a:bodyPr/>
                    <a:lstStyle/>
                    <a:p>
                      <a:pPr indent="0" lvl="0" marL="0" marR="0" rtl="0" algn="l">
                        <a:spcBef>
                          <a:spcPts val="0"/>
                        </a:spcBef>
                        <a:spcAft>
                          <a:spcPts val="0"/>
                        </a:spcAft>
                        <a:buClr>
                          <a:srgbClr val="1B4F82"/>
                        </a:buClr>
                        <a:buSzPts val="1400"/>
                        <a:buFont typeface="Arial"/>
                        <a:buNone/>
                      </a:pPr>
                      <a:r>
                        <a:rPr b="1" lang="en-US" sz="1400" u="none" cap="none" strike="noStrike">
                          <a:solidFill>
                            <a:srgbClr val="1B4F82"/>
                          </a:solidFill>
                        </a:rPr>
                        <a:t>Positive (i=1)</a:t>
                      </a:r>
                      <a:endParaRPr sz="1400" u="none" cap="none" strike="noStrike"/>
                    </a:p>
                  </a:txBody>
                  <a:tcPr marT="45725" marB="45725" marR="91450" marL="91450" anchor="ctr">
                    <a:lnL cap="flat" cmpd="sng" w="9525">
                      <a:solidFill>
                        <a:srgbClr val="C9C9C9"/>
                      </a:solidFill>
                      <a:prstDash val="solid"/>
                      <a:round/>
                      <a:headEnd len="sm" w="sm" type="none"/>
                      <a:tailEnd len="sm" w="sm" type="none"/>
                    </a:lnL>
                    <a:lnR cap="flat" cmpd="sng" w="9525">
                      <a:solidFill>
                        <a:srgbClr val="C9C9C9"/>
                      </a:solidFill>
                      <a:prstDash val="solid"/>
                      <a:round/>
                      <a:headEnd len="sm" w="sm" type="none"/>
                      <a:tailEnd len="sm" w="sm" type="none"/>
                    </a:lnR>
                    <a:lnT cap="flat" cmpd="sng" w="9525">
                      <a:solidFill>
                        <a:srgbClr val="C9C9C9"/>
                      </a:solidFill>
                      <a:prstDash val="solid"/>
                      <a:round/>
                      <a:headEnd len="sm" w="sm" type="none"/>
                      <a:tailEnd len="sm" w="sm" type="none"/>
                    </a:lnT>
                    <a:lnB cap="flat" cmpd="sng" w="9525">
                      <a:solidFill>
                        <a:srgbClr val="C9C9C9"/>
                      </a:solidFill>
                      <a:prstDash val="solid"/>
                      <a:round/>
                      <a:headEnd len="sm" w="sm" type="none"/>
                      <a:tailEnd len="sm" w="sm" type="none"/>
                    </a:lnB>
                  </a:tcPr>
                </a:tc>
                <a:tc>
                  <a:txBody>
                    <a:bodyPr/>
                    <a:lstStyle/>
                    <a:p>
                      <a:pPr indent="0" lvl="0" marL="0" marR="0" rtl="0" algn="ctr">
                        <a:spcBef>
                          <a:spcPts val="0"/>
                        </a:spcBef>
                        <a:spcAft>
                          <a:spcPts val="0"/>
                        </a:spcAft>
                        <a:buClr>
                          <a:srgbClr val="000000"/>
                        </a:buClr>
                        <a:buSzPts val="1400"/>
                        <a:buFont typeface="Arial"/>
                        <a:buNone/>
                      </a:pPr>
                      <a:r>
                        <a:rPr lang="en-US" sz="1400" u="none" cap="none" strike="noStrike">
                          <a:solidFill>
                            <a:srgbClr val="000000"/>
                          </a:solidFill>
                        </a:rPr>
                        <a:t>8.0</a:t>
                      </a:r>
                      <a:endParaRPr sz="1400" u="none" cap="none" strike="noStrike"/>
                    </a:p>
                  </a:txBody>
                  <a:tcPr marT="45725" marB="45725" marR="91450" marL="91450" anchor="ctr">
                    <a:lnL cap="flat" cmpd="sng" w="9525">
                      <a:solidFill>
                        <a:srgbClr val="C9C9C9"/>
                      </a:solidFill>
                      <a:prstDash val="solid"/>
                      <a:round/>
                      <a:headEnd len="sm" w="sm" type="none"/>
                      <a:tailEnd len="sm" w="sm" type="none"/>
                    </a:lnL>
                    <a:lnR cap="flat" cmpd="sng" w="9525">
                      <a:solidFill>
                        <a:srgbClr val="C9C9C9"/>
                      </a:solidFill>
                      <a:prstDash val="solid"/>
                      <a:round/>
                      <a:headEnd len="sm" w="sm" type="none"/>
                      <a:tailEnd len="sm" w="sm" type="none"/>
                    </a:lnR>
                    <a:lnT cap="flat" cmpd="sng" w="9525">
                      <a:solidFill>
                        <a:srgbClr val="C9C9C9"/>
                      </a:solidFill>
                      <a:prstDash val="solid"/>
                      <a:round/>
                      <a:headEnd len="sm" w="sm" type="none"/>
                      <a:tailEnd len="sm" w="sm" type="none"/>
                    </a:lnT>
                    <a:lnB cap="flat" cmpd="sng" w="9525">
                      <a:solidFill>
                        <a:srgbClr val="C9C9C9"/>
                      </a:solidFill>
                      <a:prstDash val="solid"/>
                      <a:round/>
                      <a:headEnd len="sm" w="sm" type="none"/>
                      <a:tailEnd len="sm" w="sm" type="none"/>
                    </a:lnB>
                  </a:tcPr>
                </a:tc>
                <a:tc>
                  <a:txBody>
                    <a:bodyPr/>
                    <a:lstStyle/>
                    <a:p>
                      <a:pPr indent="0" lvl="0" marL="0" marR="0" rtl="0" algn="ctr">
                        <a:spcBef>
                          <a:spcPts val="0"/>
                        </a:spcBef>
                        <a:spcAft>
                          <a:spcPts val="0"/>
                        </a:spcAft>
                        <a:buClr>
                          <a:srgbClr val="000000"/>
                        </a:buClr>
                        <a:buSzPts val="1400"/>
                        <a:buFont typeface="Arial"/>
                        <a:buNone/>
                      </a:pPr>
                      <a:r>
                        <a:rPr lang="en-US" sz="1400" u="none" cap="none" strike="noStrike">
                          <a:solidFill>
                            <a:srgbClr val="000000"/>
                          </a:solidFill>
                        </a:rPr>
                        <a:t>2.0</a:t>
                      </a:r>
                      <a:endParaRPr sz="1400" u="none" cap="none" strike="noStrike"/>
                    </a:p>
                  </a:txBody>
                  <a:tcPr marT="45725" marB="45725" marR="91450" marL="91450" anchor="ctr">
                    <a:lnL cap="flat" cmpd="sng" w="9525">
                      <a:solidFill>
                        <a:srgbClr val="C9C9C9"/>
                      </a:solidFill>
                      <a:prstDash val="solid"/>
                      <a:round/>
                      <a:headEnd len="sm" w="sm" type="none"/>
                      <a:tailEnd len="sm" w="sm" type="none"/>
                    </a:lnL>
                    <a:lnR cap="flat" cmpd="sng" w="9525">
                      <a:solidFill>
                        <a:srgbClr val="C9C9C9"/>
                      </a:solidFill>
                      <a:prstDash val="solid"/>
                      <a:round/>
                      <a:headEnd len="sm" w="sm" type="none"/>
                      <a:tailEnd len="sm" w="sm" type="none"/>
                    </a:lnR>
                    <a:lnT cap="flat" cmpd="sng" w="9525">
                      <a:solidFill>
                        <a:srgbClr val="C9C9C9"/>
                      </a:solidFill>
                      <a:prstDash val="solid"/>
                      <a:round/>
                      <a:headEnd len="sm" w="sm" type="none"/>
                      <a:tailEnd len="sm" w="sm" type="none"/>
                    </a:lnT>
                    <a:lnB cap="flat" cmpd="sng" w="9525">
                      <a:solidFill>
                        <a:srgbClr val="C9C9C9"/>
                      </a:solidFill>
                      <a:prstDash val="solid"/>
                      <a:round/>
                      <a:headEnd len="sm" w="sm" type="none"/>
                      <a:tailEnd len="sm" w="sm" type="none"/>
                    </a:lnB>
                  </a:tcPr>
                </a:tc>
              </a:tr>
              <a:tr h="324275">
                <a:tc>
                  <a:txBody>
                    <a:bodyPr/>
                    <a:lstStyle/>
                    <a:p>
                      <a:pPr indent="0" lvl="0" marL="0" marR="0" rtl="0" algn="l">
                        <a:spcBef>
                          <a:spcPts val="0"/>
                        </a:spcBef>
                        <a:spcAft>
                          <a:spcPts val="0"/>
                        </a:spcAft>
                        <a:buClr>
                          <a:srgbClr val="B8860B"/>
                        </a:buClr>
                        <a:buSzPts val="1400"/>
                        <a:buFont typeface="Arial"/>
                        <a:buNone/>
                      </a:pPr>
                      <a:r>
                        <a:rPr b="1" lang="en-US" sz="1400" u="none" cap="none" strike="noStrike">
                          <a:solidFill>
                            <a:srgbClr val="B8860B"/>
                          </a:solidFill>
                        </a:rPr>
                        <a:t>Negative gần (j=2)</a:t>
                      </a:r>
                      <a:endParaRPr sz="1400" u="none" cap="none" strike="noStrike"/>
                    </a:p>
                  </a:txBody>
                  <a:tcPr marT="45725" marB="45725" marR="91450" marL="91450" anchor="ctr">
                    <a:lnL cap="flat" cmpd="sng" w="9525">
                      <a:solidFill>
                        <a:srgbClr val="C9C9C9"/>
                      </a:solidFill>
                      <a:prstDash val="solid"/>
                      <a:round/>
                      <a:headEnd len="sm" w="sm" type="none"/>
                      <a:tailEnd len="sm" w="sm" type="none"/>
                    </a:lnL>
                    <a:lnR cap="flat" cmpd="sng" w="9525">
                      <a:solidFill>
                        <a:srgbClr val="C9C9C9"/>
                      </a:solidFill>
                      <a:prstDash val="solid"/>
                      <a:round/>
                      <a:headEnd len="sm" w="sm" type="none"/>
                      <a:tailEnd len="sm" w="sm" type="none"/>
                    </a:lnR>
                    <a:lnT cap="flat" cmpd="sng" w="9525">
                      <a:solidFill>
                        <a:srgbClr val="C9C9C9"/>
                      </a:solidFill>
                      <a:prstDash val="solid"/>
                      <a:round/>
                      <a:headEnd len="sm" w="sm" type="none"/>
                      <a:tailEnd len="sm" w="sm" type="none"/>
                    </a:lnT>
                    <a:lnB cap="flat" cmpd="sng" w="9525">
                      <a:solidFill>
                        <a:srgbClr val="C9C9C9"/>
                      </a:solidFill>
                      <a:prstDash val="solid"/>
                      <a:round/>
                      <a:headEnd len="sm" w="sm" type="none"/>
                      <a:tailEnd len="sm" w="sm" type="none"/>
                    </a:lnB>
                  </a:tcPr>
                </a:tc>
                <a:tc>
                  <a:txBody>
                    <a:bodyPr/>
                    <a:lstStyle/>
                    <a:p>
                      <a:pPr indent="0" lvl="0" marL="0" marR="0" rtl="0" algn="ctr">
                        <a:spcBef>
                          <a:spcPts val="0"/>
                        </a:spcBef>
                        <a:spcAft>
                          <a:spcPts val="0"/>
                        </a:spcAft>
                        <a:buClr>
                          <a:srgbClr val="000000"/>
                        </a:buClr>
                        <a:buSzPts val="1400"/>
                        <a:buFont typeface="Arial"/>
                        <a:buNone/>
                      </a:pPr>
                      <a:r>
                        <a:rPr lang="en-US" sz="1400" u="none" cap="none" strike="noStrike">
                          <a:solidFill>
                            <a:srgbClr val="000000"/>
                          </a:solidFill>
                        </a:rPr>
                        <a:t>3.0</a:t>
                      </a:r>
                      <a:endParaRPr sz="1400" u="none" cap="none" strike="noStrike"/>
                    </a:p>
                  </a:txBody>
                  <a:tcPr marT="45725" marB="45725" marR="91450" marL="91450" anchor="ctr">
                    <a:lnL cap="flat" cmpd="sng" w="9525">
                      <a:solidFill>
                        <a:srgbClr val="C9C9C9"/>
                      </a:solidFill>
                      <a:prstDash val="solid"/>
                      <a:round/>
                      <a:headEnd len="sm" w="sm" type="none"/>
                      <a:tailEnd len="sm" w="sm" type="none"/>
                    </a:lnL>
                    <a:lnR cap="flat" cmpd="sng" w="9525">
                      <a:solidFill>
                        <a:srgbClr val="C9C9C9"/>
                      </a:solidFill>
                      <a:prstDash val="solid"/>
                      <a:round/>
                      <a:headEnd len="sm" w="sm" type="none"/>
                      <a:tailEnd len="sm" w="sm" type="none"/>
                    </a:lnR>
                    <a:lnT cap="flat" cmpd="sng" w="9525">
                      <a:solidFill>
                        <a:srgbClr val="C9C9C9"/>
                      </a:solidFill>
                      <a:prstDash val="solid"/>
                      <a:round/>
                      <a:headEnd len="sm" w="sm" type="none"/>
                      <a:tailEnd len="sm" w="sm" type="none"/>
                    </a:lnT>
                    <a:lnB cap="flat" cmpd="sng" w="9525">
                      <a:solidFill>
                        <a:srgbClr val="C9C9C9"/>
                      </a:solidFill>
                      <a:prstDash val="solid"/>
                      <a:round/>
                      <a:headEnd len="sm" w="sm" type="none"/>
                      <a:tailEnd len="sm" w="sm" type="none"/>
                    </a:lnB>
                  </a:tcPr>
                </a:tc>
                <a:tc>
                  <a:txBody>
                    <a:bodyPr/>
                    <a:lstStyle/>
                    <a:p>
                      <a:pPr indent="0" lvl="0" marL="0" marR="0" rtl="0" algn="ctr">
                        <a:spcBef>
                          <a:spcPts val="0"/>
                        </a:spcBef>
                        <a:spcAft>
                          <a:spcPts val="0"/>
                        </a:spcAft>
                        <a:buClr>
                          <a:srgbClr val="000000"/>
                        </a:buClr>
                        <a:buSzPts val="1400"/>
                        <a:buFont typeface="Arial"/>
                        <a:buNone/>
                      </a:pPr>
                      <a:r>
                        <a:rPr lang="en-US" sz="1400" u="none" cap="none" strike="noStrike">
                          <a:solidFill>
                            <a:srgbClr val="000000"/>
                          </a:solidFill>
                        </a:rPr>
                        <a:t>1.2</a:t>
                      </a:r>
                      <a:endParaRPr sz="1400" u="none" cap="none" strike="noStrike"/>
                    </a:p>
                  </a:txBody>
                  <a:tcPr marT="45725" marB="45725" marR="91450" marL="91450" anchor="ctr">
                    <a:lnL cap="flat" cmpd="sng" w="9525">
                      <a:solidFill>
                        <a:srgbClr val="C9C9C9"/>
                      </a:solidFill>
                      <a:prstDash val="solid"/>
                      <a:round/>
                      <a:headEnd len="sm" w="sm" type="none"/>
                      <a:tailEnd len="sm" w="sm" type="none"/>
                    </a:lnL>
                    <a:lnR cap="flat" cmpd="sng" w="9525">
                      <a:solidFill>
                        <a:srgbClr val="C9C9C9"/>
                      </a:solidFill>
                      <a:prstDash val="solid"/>
                      <a:round/>
                      <a:headEnd len="sm" w="sm" type="none"/>
                      <a:tailEnd len="sm" w="sm" type="none"/>
                    </a:lnR>
                    <a:lnT cap="flat" cmpd="sng" w="9525">
                      <a:solidFill>
                        <a:srgbClr val="C9C9C9"/>
                      </a:solidFill>
                      <a:prstDash val="solid"/>
                      <a:round/>
                      <a:headEnd len="sm" w="sm" type="none"/>
                      <a:tailEnd len="sm" w="sm" type="none"/>
                    </a:lnT>
                    <a:lnB cap="flat" cmpd="sng" w="9525">
                      <a:solidFill>
                        <a:srgbClr val="C9C9C9"/>
                      </a:solidFill>
                      <a:prstDash val="solid"/>
                      <a:round/>
                      <a:headEnd len="sm" w="sm" type="none"/>
                      <a:tailEnd len="sm" w="sm" type="none"/>
                    </a:lnB>
                  </a:tcPr>
                </a:tc>
              </a:tr>
              <a:tr h="324275">
                <a:tc>
                  <a:txBody>
                    <a:bodyPr/>
                    <a:lstStyle/>
                    <a:p>
                      <a:pPr indent="0" lvl="0" marL="0" marR="0" rtl="0" algn="l">
                        <a:spcBef>
                          <a:spcPts val="0"/>
                        </a:spcBef>
                        <a:spcAft>
                          <a:spcPts val="0"/>
                        </a:spcAft>
                        <a:buClr>
                          <a:srgbClr val="888888"/>
                        </a:buClr>
                        <a:buSzPts val="1400"/>
                        <a:buFont typeface="Arial"/>
                        <a:buNone/>
                      </a:pPr>
                      <a:r>
                        <a:rPr b="1" lang="en-US" sz="1400" u="none" cap="none" strike="noStrike">
                          <a:solidFill>
                            <a:srgbClr val="888888"/>
                          </a:solidFill>
                        </a:rPr>
                        <a:t>Negative xa (k=3)</a:t>
                      </a:r>
                      <a:endParaRPr sz="1400" u="none" cap="none" strike="noStrike"/>
                    </a:p>
                  </a:txBody>
                  <a:tcPr marT="45725" marB="45725" marR="91450" marL="91450" anchor="ctr">
                    <a:lnL cap="flat" cmpd="sng" w="9525">
                      <a:solidFill>
                        <a:srgbClr val="C9C9C9"/>
                      </a:solidFill>
                      <a:prstDash val="solid"/>
                      <a:round/>
                      <a:headEnd len="sm" w="sm" type="none"/>
                      <a:tailEnd len="sm" w="sm" type="none"/>
                    </a:lnL>
                    <a:lnR cap="flat" cmpd="sng" w="9525">
                      <a:solidFill>
                        <a:srgbClr val="C9C9C9"/>
                      </a:solidFill>
                      <a:prstDash val="solid"/>
                      <a:round/>
                      <a:headEnd len="sm" w="sm" type="none"/>
                      <a:tailEnd len="sm" w="sm" type="none"/>
                    </a:lnR>
                    <a:lnT cap="flat" cmpd="sng" w="9525">
                      <a:solidFill>
                        <a:srgbClr val="C9C9C9"/>
                      </a:solidFill>
                      <a:prstDash val="solid"/>
                      <a:round/>
                      <a:headEnd len="sm" w="sm" type="none"/>
                      <a:tailEnd len="sm" w="sm" type="none"/>
                    </a:lnT>
                    <a:lnB cap="flat" cmpd="sng" w="9525">
                      <a:solidFill>
                        <a:srgbClr val="C9C9C9"/>
                      </a:solidFill>
                      <a:prstDash val="solid"/>
                      <a:round/>
                      <a:headEnd len="sm" w="sm" type="none"/>
                      <a:tailEnd len="sm" w="sm" type="none"/>
                    </a:lnB>
                  </a:tcPr>
                </a:tc>
                <a:tc>
                  <a:txBody>
                    <a:bodyPr/>
                    <a:lstStyle/>
                    <a:p>
                      <a:pPr indent="0" lvl="0" marL="0" marR="0" rtl="0" algn="ctr">
                        <a:spcBef>
                          <a:spcPts val="0"/>
                        </a:spcBef>
                        <a:spcAft>
                          <a:spcPts val="0"/>
                        </a:spcAft>
                        <a:buClr>
                          <a:srgbClr val="000000"/>
                        </a:buClr>
                        <a:buSzPts val="1400"/>
                        <a:buFont typeface="Arial"/>
                        <a:buNone/>
                      </a:pPr>
                      <a:r>
                        <a:rPr lang="en-US" sz="1400" u="none" cap="none" strike="noStrike">
                          <a:solidFill>
                            <a:srgbClr val="000000"/>
                          </a:solidFill>
                        </a:rPr>
                        <a:t>−4.0</a:t>
                      </a:r>
                      <a:endParaRPr sz="1400" u="none" cap="none" strike="noStrike"/>
                    </a:p>
                  </a:txBody>
                  <a:tcPr marT="45725" marB="45725" marR="91450" marL="91450" anchor="ctr">
                    <a:lnL cap="flat" cmpd="sng" w="9525">
                      <a:solidFill>
                        <a:srgbClr val="C9C9C9"/>
                      </a:solidFill>
                      <a:prstDash val="solid"/>
                      <a:round/>
                      <a:headEnd len="sm" w="sm" type="none"/>
                      <a:tailEnd len="sm" w="sm" type="none"/>
                    </a:lnL>
                    <a:lnR cap="flat" cmpd="sng" w="9525">
                      <a:solidFill>
                        <a:srgbClr val="C9C9C9"/>
                      </a:solidFill>
                      <a:prstDash val="solid"/>
                      <a:round/>
                      <a:headEnd len="sm" w="sm" type="none"/>
                      <a:tailEnd len="sm" w="sm" type="none"/>
                    </a:lnR>
                    <a:lnT cap="flat" cmpd="sng" w="9525">
                      <a:solidFill>
                        <a:srgbClr val="C9C9C9"/>
                      </a:solidFill>
                      <a:prstDash val="solid"/>
                      <a:round/>
                      <a:headEnd len="sm" w="sm" type="none"/>
                      <a:tailEnd len="sm" w="sm" type="none"/>
                    </a:lnT>
                    <a:lnB cap="flat" cmpd="sng" w="9525">
                      <a:solidFill>
                        <a:srgbClr val="C9C9C9"/>
                      </a:solidFill>
                      <a:prstDash val="solid"/>
                      <a:round/>
                      <a:headEnd len="sm" w="sm" type="none"/>
                      <a:tailEnd len="sm" w="sm" type="none"/>
                    </a:lnB>
                  </a:tcPr>
                </a:tc>
                <a:tc>
                  <a:txBody>
                    <a:bodyPr/>
                    <a:lstStyle/>
                    <a:p>
                      <a:pPr indent="0" lvl="0" marL="0" marR="0" rtl="0" algn="ctr">
                        <a:spcBef>
                          <a:spcPts val="0"/>
                        </a:spcBef>
                        <a:spcAft>
                          <a:spcPts val="0"/>
                        </a:spcAft>
                        <a:buClr>
                          <a:srgbClr val="000000"/>
                        </a:buClr>
                        <a:buSzPts val="1400"/>
                        <a:buFont typeface="Arial"/>
                        <a:buNone/>
                      </a:pPr>
                      <a:r>
                        <a:rPr lang="en-US" sz="1400" u="none" cap="none" strike="noStrike">
                          <a:solidFill>
                            <a:srgbClr val="000000"/>
                          </a:solidFill>
                        </a:rPr>
                        <a:t>−0.5</a:t>
                      </a:r>
                      <a:endParaRPr sz="1400" u="none" cap="none" strike="noStrike"/>
                    </a:p>
                  </a:txBody>
                  <a:tcPr marT="45725" marB="45725" marR="91450" marL="91450" anchor="ctr">
                    <a:lnL cap="flat" cmpd="sng" w="9525">
                      <a:solidFill>
                        <a:srgbClr val="C9C9C9"/>
                      </a:solidFill>
                      <a:prstDash val="solid"/>
                      <a:round/>
                      <a:headEnd len="sm" w="sm" type="none"/>
                      <a:tailEnd len="sm" w="sm" type="none"/>
                    </a:lnL>
                    <a:lnR cap="flat" cmpd="sng" w="9525">
                      <a:solidFill>
                        <a:srgbClr val="C9C9C9"/>
                      </a:solidFill>
                      <a:prstDash val="solid"/>
                      <a:round/>
                      <a:headEnd len="sm" w="sm" type="none"/>
                      <a:tailEnd len="sm" w="sm" type="none"/>
                    </a:lnR>
                    <a:lnT cap="flat" cmpd="sng" w="9525">
                      <a:solidFill>
                        <a:srgbClr val="C9C9C9"/>
                      </a:solidFill>
                      <a:prstDash val="solid"/>
                      <a:round/>
                      <a:headEnd len="sm" w="sm" type="none"/>
                      <a:tailEnd len="sm" w="sm" type="none"/>
                    </a:lnT>
                    <a:lnB cap="flat" cmpd="sng" w="9525">
                      <a:solidFill>
                        <a:srgbClr val="C9C9C9"/>
                      </a:solidFill>
                      <a:prstDash val="solid"/>
                      <a:round/>
                      <a:headEnd len="sm" w="sm" type="none"/>
                      <a:tailEnd len="sm" w="sm" type="none"/>
                    </a:lnB>
                  </a:tcPr>
                </a:tc>
              </a:tr>
            </a:tbl>
          </a:graphicData>
        </a:graphic>
      </p:graphicFrame>
      <p:sp>
        <p:nvSpPr>
          <p:cNvPr id="705" name="Google Shape;705;p32"/>
          <p:cNvSpPr/>
          <p:nvPr/>
        </p:nvSpPr>
        <p:spPr>
          <a:xfrm>
            <a:off x="425569" y="2973072"/>
            <a:ext cx="2582173" cy="2869885"/>
          </a:xfrm>
          <a:prstGeom prst="roundRect">
            <a:avLst>
              <a:gd fmla="val 2679" name="adj"/>
            </a:avLst>
          </a:prstGeom>
          <a:solidFill>
            <a:srgbClr val="F7F8FA"/>
          </a:solidFill>
          <a:ln cap="flat" cmpd="sng" w="9525">
            <a:solidFill>
              <a:srgbClr val="DDE2E8"/>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706" name="Google Shape;706;p32"/>
          <p:cNvSpPr/>
          <p:nvPr/>
        </p:nvSpPr>
        <p:spPr>
          <a:xfrm>
            <a:off x="535298" y="3064513"/>
            <a:ext cx="2305512" cy="26573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33333"/>
              </a:buClr>
              <a:buSzPts val="1400"/>
              <a:buFont typeface="Arial"/>
              <a:buNone/>
            </a:pPr>
            <a:r>
              <a:rPr b="1" lang="en-US" sz="1400">
                <a:solidFill>
                  <a:srgbClr val="333333"/>
                </a:solidFill>
                <a:latin typeface="Arial"/>
                <a:ea typeface="Arial"/>
                <a:cs typeface="Arial"/>
                <a:sym typeface="Arial"/>
              </a:rPr>
              <a:t>Listwise KL</a:t>
            </a:r>
            <a:endParaRPr sz="1400">
              <a:solidFill>
                <a:schemeClr val="dk1"/>
              </a:solidFill>
              <a:latin typeface="Arial"/>
              <a:ea typeface="Arial"/>
              <a:cs typeface="Arial"/>
              <a:sym typeface="Arial"/>
            </a:endParaRPr>
          </a:p>
        </p:txBody>
      </p:sp>
      <p:sp>
        <p:nvSpPr>
          <p:cNvPr id="707" name="Google Shape;707;p32"/>
          <p:cNvSpPr/>
          <p:nvPr/>
        </p:nvSpPr>
        <p:spPr>
          <a:xfrm>
            <a:off x="535298" y="3283969"/>
            <a:ext cx="2305512" cy="31887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99999"/>
              </a:buClr>
              <a:buSzPts val="1200"/>
              <a:buFont typeface="Arial"/>
              <a:buNone/>
            </a:pPr>
            <a:r>
              <a:rPr i="1" lang="en-US" sz="1200">
                <a:solidFill>
                  <a:srgbClr val="999999"/>
                </a:solidFill>
                <a:latin typeface="Arial"/>
                <a:ea typeface="Arial"/>
                <a:cs typeface="Arial"/>
                <a:sym typeface="Arial"/>
              </a:rPr>
              <a:t>τ = 2 </a:t>
            </a:r>
            <a:endParaRPr sz="1200">
              <a:solidFill>
                <a:schemeClr val="dk1"/>
              </a:solidFill>
              <a:latin typeface="Arial"/>
              <a:ea typeface="Arial"/>
              <a:cs typeface="Arial"/>
              <a:sym typeface="Arial"/>
            </a:endParaRPr>
          </a:p>
        </p:txBody>
      </p:sp>
      <p:sp>
        <p:nvSpPr>
          <p:cNvPr id="708" name="Google Shape;708;p32"/>
          <p:cNvSpPr/>
          <p:nvPr/>
        </p:nvSpPr>
        <p:spPr>
          <a:xfrm>
            <a:off x="535298" y="3594865"/>
            <a:ext cx="2305512" cy="1009774"/>
          </a:xfrm>
          <a:prstGeom prst="rect">
            <a:avLst/>
          </a:prstGeom>
          <a:noFill/>
          <a:ln>
            <a:noFill/>
          </a:ln>
        </p:spPr>
        <p:txBody>
          <a:bodyPr anchorCtr="0" anchor="ctr" bIns="0" lIns="0" spcFirstLastPara="1" rIns="0" wrap="square" tIns="0">
            <a:noAutofit/>
          </a:bodyPr>
          <a:lstStyle/>
          <a:p>
            <a:pPr indent="0" lvl="0" marL="0" marR="0" rtl="0" algn="l">
              <a:lnSpc>
                <a:spcPct val="130000"/>
              </a:lnSpc>
              <a:spcBef>
                <a:spcPts val="0"/>
              </a:spcBef>
              <a:spcAft>
                <a:spcPts val="0"/>
              </a:spcAft>
              <a:buClr>
                <a:srgbClr val="666666"/>
              </a:buClr>
              <a:buSzPts val="1200"/>
              <a:buFont typeface="Arial"/>
              <a:buNone/>
            </a:pPr>
            <a:r>
              <a:rPr i="1" lang="en-US" sz="1200">
                <a:solidFill>
                  <a:srgbClr val="666666"/>
                </a:solidFill>
                <a:latin typeface="Arial"/>
                <a:ea typeface="Arial"/>
                <a:cs typeface="Arial"/>
                <a:sym typeface="Arial"/>
              </a:rPr>
              <a:t>P</a:t>
            </a:r>
            <a:r>
              <a:rPr baseline="30000" i="1" lang="en-US" sz="1200">
                <a:solidFill>
                  <a:srgbClr val="666666"/>
                </a:solidFill>
                <a:latin typeface="Arial"/>
                <a:ea typeface="Arial"/>
                <a:cs typeface="Arial"/>
                <a:sym typeface="Arial"/>
              </a:rPr>
              <a:t>T</a:t>
            </a:r>
            <a:r>
              <a:rPr baseline="-25000" i="1" lang="en-US" sz="1200">
                <a:solidFill>
                  <a:srgbClr val="666666"/>
                </a:solidFill>
                <a:latin typeface="Arial"/>
                <a:ea typeface="Arial"/>
                <a:cs typeface="Arial"/>
                <a:sym typeface="Arial"/>
              </a:rPr>
              <a:t>i</a:t>
            </a:r>
            <a:r>
              <a:rPr lang="en-US" sz="1200">
                <a:solidFill>
                  <a:srgbClr val="333333"/>
                </a:solidFill>
                <a:latin typeface="Arial"/>
                <a:ea typeface="Arial"/>
                <a:cs typeface="Arial"/>
                <a:sym typeface="Arial"/>
              </a:rPr>
              <a:t> = 0.922 / 0.076 / 0.002</a:t>
            </a:r>
            <a:br>
              <a:rPr lang="en-US" sz="1200">
                <a:solidFill>
                  <a:srgbClr val="000000"/>
                </a:solidFill>
                <a:latin typeface="Arial"/>
                <a:ea typeface="Arial"/>
                <a:cs typeface="Arial"/>
                <a:sym typeface="Arial"/>
              </a:rPr>
            </a:br>
            <a:r>
              <a:rPr i="1" lang="en-US" sz="1200">
                <a:solidFill>
                  <a:srgbClr val="666666"/>
                </a:solidFill>
                <a:latin typeface="Arial"/>
                <a:ea typeface="Arial"/>
                <a:cs typeface="Arial"/>
                <a:sym typeface="Arial"/>
              </a:rPr>
              <a:t>P</a:t>
            </a:r>
            <a:r>
              <a:rPr baseline="30000" i="1" lang="en-US" sz="1200">
                <a:solidFill>
                  <a:srgbClr val="666666"/>
                </a:solidFill>
                <a:latin typeface="Arial"/>
                <a:ea typeface="Arial"/>
                <a:cs typeface="Arial"/>
                <a:sym typeface="Arial"/>
              </a:rPr>
              <a:t>S</a:t>
            </a:r>
            <a:r>
              <a:rPr baseline="-25000" i="1" lang="en-US" sz="1200">
                <a:solidFill>
                  <a:srgbClr val="666666"/>
                </a:solidFill>
                <a:latin typeface="Arial"/>
                <a:ea typeface="Arial"/>
                <a:cs typeface="Arial"/>
                <a:sym typeface="Arial"/>
              </a:rPr>
              <a:t>i</a:t>
            </a:r>
            <a:r>
              <a:rPr lang="en-US" sz="1200">
                <a:solidFill>
                  <a:srgbClr val="333333"/>
                </a:solidFill>
                <a:latin typeface="Arial"/>
                <a:ea typeface="Arial"/>
                <a:cs typeface="Arial"/>
                <a:sym typeface="Arial"/>
              </a:rPr>
              <a:t> = 0.511 / 0.343 / 0.146</a:t>
            </a:r>
            <a:endParaRPr sz="1200">
              <a:solidFill>
                <a:schemeClr val="dk1"/>
              </a:solidFill>
              <a:latin typeface="Arial"/>
              <a:ea typeface="Arial"/>
              <a:cs typeface="Arial"/>
              <a:sym typeface="Arial"/>
            </a:endParaRPr>
          </a:p>
        </p:txBody>
      </p:sp>
      <p:sp>
        <p:nvSpPr>
          <p:cNvPr id="709" name="Google Shape;709;p32"/>
          <p:cNvSpPr/>
          <p:nvPr/>
        </p:nvSpPr>
        <p:spPr>
          <a:xfrm>
            <a:off x="535298" y="4875025"/>
            <a:ext cx="2305512" cy="584606"/>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B8471F"/>
              </a:buClr>
              <a:buSzPts val="1400"/>
              <a:buFont typeface="Arial"/>
              <a:buNone/>
            </a:pPr>
            <a:r>
              <a:rPr b="1" lang="en-US" sz="1400">
                <a:solidFill>
                  <a:srgbClr val="B8471F"/>
                </a:solidFill>
                <a:latin typeface="Arial"/>
                <a:ea typeface="Arial"/>
                <a:cs typeface="Arial"/>
                <a:sym typeface="Arial"/>
              </a:rPr>
              <a:t>ΣP</a:t>
            </a:r>
            <a:r>
              <a:rPr b="1" baseline="30000" lang="en-US" sz="1400">
                <a:solidFill>
                  <a:srgbClr val="B8471F"/>
                </a:solidFill>
                <a:latin typeface="Arial"/>
                <a:ea typeface="Arial"/>
                <a:cs typeface="Arial"/>
                <a:sym typeface="Arial"/>
              </a:rPr>
              <a:t>T</a:t>
            </a:r>
            <a:r>
              <a:rPr b="1" lang="en-US" sz="1400">
                <a:solidFill>
                  <a:srgbClr val="B8471F"/>
                </a:solidFill>
                <a:latin typeface="Arial"/>
                <a:ea typeface="Arial"/>
                <a:cs typeface="Arial"/>
                <a:sym typeface="Arial"/>
              </a:rPr>
              <a:t>·log(P</a:t>
            </a:r>
            <a:r>
              <a:rPr b="1" baseline="30000" lang="en-US" sz="1400">
                <a:solidFill>
                  <a:srgbClr val="B8471F"/>
                </a:solidFill>
                <a:latin typeface="Arial"/>
                <a:ea typeface="Arial"/>
                <a:cs typeface="Arial"/>
                <a:sym typeface="Arial"/>
              </a:rPr>
              <a:t>T</a:t>
            </a:r>
            <a:r>
              <a:rPr b="1" lang="en-US" sz="1400">
                <a:solidFill>
                  <a:srgbClr val="B8471F"/>
                </a:solidFill>
                <a:latin typeface="Arial"/>
                <a:ea typeface="Arial"/>
                <a:cs typeface="Arial"/>
                <a:sym typeface="Arial"/>
              </a:rPr>
              <a:t>/P</a:t>
            </a:r>
            <a:r>
              <a:rPr b="1" baseline="30000" lang="en-US" sz="1400">
                <a:solidFill>
                  <a:srgbClr val="B8471F"/>
                </a:solidFill>
                <a:latin typeface="Arial"/>
                <a:ea typeface="Arial"/>
                <a:cs typeface="Arial"/>
                <a:sym typeface="Arial"/>
              </a:rPr>
              <a:t>S</a:t>
            </a:r>
            <a:r>
              <a:rPr b="1" lang="en-US" sz="1400">
                <a:solidFill>
                  <a:srgbClr val="B8471F"/>
                </a:solidFill>
                <a:latin typeface="Arial"/>
                <a:ea typeface="Arial"/>
                <a:cs typeface="Arial"/>
                <a:sym typeface="Arial"/>
              </a:rPr>
              <a:t>) lớn → ép P</a:t>
            </a:r>
            <a:r>
              <a:rPr b="1" baseline="30000" lang="en-US" sz="1400">
                <a:solidFill>
                  <a:srgbClr val="B8471F"/>
                </a:solidFill>
                <a:latin typeface="Arial"/>
                <a:ea typeface="Arial"/>
                <a:cs typeface="Arial"/>
                <a:sym typeface="Arial"/>
              </a:rPr>
              <a:t>S</a:t>
            </a:r>
            <a:r>
              <a:rPr b="1" lang="en-US" sz="1400">
                <a:solidFill>
                  <a:srgbClr val="B8471F"/>
                </a:solidFill>
                <a:latin typeface="Arial"/>
                <a:ea typeface="Arial"/>
                <a:cs typeface="Arial"/>
                <a:sym typeface="Arial"/>
              </a:rPr>
              <a:t> tiến sát P</a:t>
            </a:r>
            <a:r>
              <a:rPr b="1" baseline="30000" lang="en-US" sz="1400">
                <a:solidFill>
                  <a:srgbClr val="B8471F"/>
                </a:solidFill>
                <a:latin typeface="Arial"/>
                <a:ea typeface="Arial"/>
                <a:cs typeface="Arial"/>
                <a:sym typeface="Arial"/>
              </a:rPr>
              <a:t>T</a:t>
            </a:r>
            <a:endParaRPr sz="1400">
              <a:solidFill>
                <a:schemeClr val="dk1"/>
              </a:solidFill>
              <a:latin typeface="Arial"/>
              <a:ea typeface="Arial"/>
              <a:cs typeface="Arial"/>
              <a:sym typeface="Arial"/>
            </a:endParaRPr>
          </a:p>
        </p:txBody>
      </p:sp>
      <p:sp>
        <p:nvSpPr>
          <p:cNvPr id="710" name="Google Shape;710;p32"/>
          <p:cNvSpPr/>
          <p:nvPr/>
        </p:nvSpPr>
        <p:spPr>
          <a:xfrm>
            <a:off x="3398812" y="2925214"/>
            <a:ext cx="2582173" cy="2917743"/>
          </a:xfrm>
          <a:prstGeom prst="roundRect">
            <a:avLst>
              <a:gd fmla="val 2679" name="adj"/>
            </a:avLst>
          </a:prstGeom>
          <a:solidFill>
            <a:srgbClr val="F7F8FA"/>
          </a:solidFill>
          <a:ln cap="flat" cmpd="sng" w="9525">
            <a:solidFill>
              <a:srgbClr val="DDE2E8"/>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711" name="Google Shape;711;p32"/>
          <p:cNvSpPr/>
          <p:nvPr/>
        </p:nvSpPr>
        <p:spPr>
          <a:xfrm>
            <a:off x="3508540" y="3016654"/>
            <a:ext cx="2305512" cy="27016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33333"/>
              </a:buClr>
              <a:buSzPts val="1400"/>
              <a:buFont typeface="Arial"/>
              <a:buNone/>
            </a:pPr>
            <a:r>
              <a:rPr b="1" lang="en-US" sz="1400">
                <a:solidFill>
                  <a:srgbClr val="333333"/>
                </a:solidFill>
                <a:latin typeface="Arial"/>
                <a:ea typeface="Arial"/>
                <a:cs typeface="Arial"/>
                <a:sym typeface="Arial"/>
              </a:rPr>
              <a:t>Margin-MSE</a:t>
            </a:r>
            <a:endParaRPr sz="1400">
              <a:solidFill>
                <a:schemeClr val="dk1"/>
              </a:solidFill>
              <a:latin typeface="Arial"/>
              <a:ea typeface="Arial"/>
              <a:cs typeface="Arial"/>
              <a:sym typeface="Arial"/>
            </a:endParaRPr>
          </a:p>
        </p:txBody>
      </p:sp>
      <p:sp>
        <p:nvSpPr>
          <p:cNvPr id="712" name="Google Shape;712;p32"/>
          <p:cNvSpPr/>
          <p:nvPr/>
        </p:nvSpPr>
        <p:spPr>
          <a:xfrm>
            <a:off x="3508540" y="3309261"/>
            <a:ext cx="2305512" cy="1296775"/>
          </a:xfrm>
          <a:prstGeom prst="rect">
            <a:avLst/>
          </a:prstGeom>
          <a:noFill/>
          <a:ln>
            <a:noFill/>
          </a:ln>
        </p:spPr>
        <p:txBody>
          <a:bodyPr anchorCtr="0" anchor="ctr" bIns="0" lIns="0" spcFirstLastPara="1" rIns="0" wrap="square" tIns="0">
            <a:noAutofit/>
          </a:bodyPr>
          <a:lstStyle/>
          <a:p>
            <a:pPr indent="0" lvl="0" marL="0" marR="0" rtl="0" algn="l">
              <a:lnSpc>
                <a:spcPct val="130000"/>
              </a:lnSpc>
              <a:spcBef>
                <a:spcPts val="0"/>
              </a:spcBef>
              <a:spcAft>
                <a:spcPts val="0"/>
              </a:spcAft>
              <a:buClr>
                <a:srgbClr val="666666"/>
              </a:buClr>
              <a:buSzPts val="1400"/>
              <a:buFont typeface="Arial"/>
              <a:buNone/>
            </a:pPr>
            <a:r>
              <a:rPr i="1" lang="en-US" sz="1400">
                <a:solidFill>
                  <a:srgbClr val="666666"/>
                </a:solidFill>
                <a:latin typeface="Arial"/>
                <a:ea typeface="Arial"/>
                <a:cs typeface="Arial"/>
                <a:sym typeface="Arial"/>
              </a:rPr>
              <a:t>(s</a:t>
            </a:r>
            <a:r>
              <a:rPr baseline="30000" i="1" lang="en-US" sz="1400">
                <a:solidFill>
                  <a:srgbClr val="666666"/>
                </a:solidFill>
                <a:latin typeface="Arial"/>
                <a:ea typeface="Arial"/>
                <a:cs typeface="Arial"/>
                <a:sym typeface="Arial"/>
              </a:rPr>
              <a:t>T</a:t>
            </a:r>
            <a:r>
              <a:rPr baseline="-25000" i="1" lang="en-US" sz="1400">
                <a:solidFill>
                  <a:srgbClr val="666666"/>
                </a:solidFill>
                <a:latin typeface="Arial"/>
                <a:ea typeface="Arial"/>
                <a:cs typeface="Arial"/>
                <a:sym typeface="Arial"/>
              </a:rPr>
              <a:t>1</a:t>
            </a:r>
            <a:r>
              <a:rPr i="1" lang="en-US" sz="1400">
                <a:solidFill>
                  <a:srgbClr val="666666"/>
                </a:solidFill>
                <a:latin typeface="Arial"/>
                <a:ea typeface="Arial"/>
                <a:cs typeface="Arial"/>
                <a:sym typeface="Arial"/>
              </a:rPr>
              <a:t>−s</a:t>
            </a:r>
            <a:r>
              <a:rPr baseline="30000" i="1" lang="en-US" sz="1400">
                <a:solidFill>
                  <a:srgbClr val="666666"/>
                </a:solidFill>
                <a:latin typeface="Arial"/>
                <a:ea typeface="Arial"/>
                <a:cs typeface="Arial"/>
                <a:sym typeface="Arial"/>
              </a:rPr>
              <a:t>T</a:t>
            </a:r>
            <a:r>
              <a:rPr baseline="-25000" i="1" lang="en-US" sz="1400">
                <a:solidFill>
                  <a:srgbClr val="666666"/>
                </a:solidFill>
                <a:latin typeface="Arial"/>
                <a:ea typeface="Arial"/>
                <a:cs typeface="Arial"/>
                <a:sym typeface="Arial"/>
              </a:rPr>
              <a:t>2</a:t>
            </a:r>
            <a:r>
              <a:rPr i="1" lang="en-US" sz="1400">
                <a:solidFill>
                  <a:srgbClr val="666666"/>
                </a:solidFill>
                <a:latin typeface="Arial"/>
                <a:ea typeface="Arial"/>
                <a:cs typeface="Arial"/>
                <a:sym typeface="Arial"/>
              </a:rPr>
              <a:t>)</a:t>
            </a:r>
            <a:r>
              <a:rPr lang="en-US" sz="1400">
                <a:solidFill>
                  <a:srgbClr val="333333"/>
                </a:solidFill>
                <a:latin typeface="Arial"/>
                <a:ea typeface="Arial"/>
                <a:cs typeface="Arial"/>
                <a:sym typeface="Arial"/>
              </a:rPr>
              <a:t> = 8−3 = 5.0</a:t>
            </a:r>
            <a:br>
              <a:rPr lang="en-US" sz="1400">
                <a:solidFill>
                  <a:srgbClr val="000000"/>
                </a:solidFill>
                <a:latin typeface="Arial"/>
                <a:ea typeface="Arial"/>
                <a:cs typeface="Arial"/>
                <a:sym typeface="Arial"/>
              </a:rPr>
            </a:br>
            <a:r>
              <a:rPr i="1" lang="en-US" sz="1400">
                <a:solidFill>
                  <a:srgbClr val="666666"/>
                </a:solidFill>
                <a:latin typeface="Arial"/>
                <a:ea typeface="Arial"/>
                <a:cs typeface="Arial"/>
                <a:sym typeface="Arial"/>
              </a:rPr>
              <a:t>(s</a:t>
            </a:r>
            <a:r>
              <a:rPr baseline="30000" i="1" lang="en-US" sz="1400">
                <a:solidFill>
                  <a:srgbClr val="666666"/>
                </a:solidFill>
                <a:latin typeface="Arial"/>
                <a:ea typeface="Arial"/>
                <a:cs typeface="Arial"/>
                <a:sym typeface="Arial"/>
              </a:rPr>
              <a:t>S</a:t>
            </a:r>
            <a:r>
              <a:rPr baseline="-25000" i="1" lang="en-US" sz="1400">
                <a:solidFill>
                  <a:srgbClr val="666666"/>
                </a:solidFill>
                <a:latin typeface="Arial"/>
                <a:ea typeface="Arial"/>
                <a:cs typeface="Arial"/>
                <a:sym typeface="Arial"/>
              </a:rPr>
              <a:t>1</a:t>
            </a:r>
            <a:r>
              <a:rPr i="1" lang="en-US" sz="1400">
                <a:solidFill>
                  <a:srgbClr val="666666"/>
                </a:solidFill>
                <a:latin typeface="Arial"/>
                <a:ea typeface="Arial"/>
                <a:cs typeface="Arial"/>
                <a:sym typeface="Arial"/>
              </a:rPr>
              <a:t>−s</a:t>
            </a:r>
            <a:r>
              <a:rPr baseline="30000" i="1" lang="en-US" sz="1400">
                <a:solidFill>
                  <a:srgbClr val="666666"/>
                </a:solidFill>
                <a:latin typeface="Arial"/>
                <a:ea typeface="Arial"/>
                <a:cs typeface="Arial"/>
                <a:sym typeface="Arial"/>
              </a:rPr>
              <a:t>S</a:t>
            </a:r>
            <a:r>
              <a:rPr baseline="-25000" i="1" lang="en-US" sz="1400">
                <a:solidFill>
                  <a:srgbClr val="666666"/>
                </a:solidFill>
                <a:latin typeface="Arial"/>
                <a:ea typeface="Arial"/>
                <a:cs typeface="Arial"/>
                <a:sym typeface="Arial"/>
              </a:rPr>
              <a:t>2</a:t>
            </a:r>
            <a:r>
              <a:rPr i="1" lang="en-US" sz="1400">
                <a:solidFill>
                  <a:srgbClr val="666666"/>
                </a:solidFill>
                <a:latin typeface="Arial"/>
                <a:ea typeface="Arial"/>
                <a:cs typeface="Arial"/>
                <a:sym typeface="Arial"/>
              </a:rPr>
              <a:t>)</a:t>
            </a:r>
            <a:r>
              <a:rPr lang="en-US" sz="1400">
                <a:solidFill>
                  <a:srgbClr val="333333"/>
                </a:solidFill>
                <a:latin typeface="Arial"/>
                <a:ea typeface="Arial"/>
                <a:cs typeface="Arial"/>
                <a:sym typeface="Arial"/>
              </a:rPr>
              <a:t> = 2.0−1.2 = 0.8</a:t>
            </a:r>
            <a:endParaRPr sz="1400">
              <a:solidFill>
                <a:schemeClr val="dk1"/>
              </a:solidFill>
              <a:latin typeface="Arial"/>
              <a:ea typeface="Arial"/>
              <a:cs typeface="Arial"/>
              <a:sym typeface="Arial"/>
            </a:endParaRPr>
          </a:p>
        </p:txBody>
      </p:sp>
      <p:sp>
        <p:nvSpPr>
          <p:cNvPr id="713" name="Google Shape;713;p32"/>
          <p:cNvSpPr/>
          <p:nvPr/>
        </p:nvSpPr>
        <p:spPr>
          <a:xfrm>
            <a:off x="3508540" y="4754014"/>
            <a:ext cx="2305512" cy="680807"/>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B8471F"/>
              </a:buClr>
              <a:buSzPts val="1400"/>
              <a:buFont typeface="Arial"/>
              <a:buNone/>
            </a:pPr>
            <a:r>
              <a:rPr b="1" lang="en-US" sz="1400">
                <a:solidFill>
                  <a:srgbClr val="B8471F"/>
                </a:solidFill>
                <a:latin typeface="Arial"/>
                <a:ea typeface="Arial"/>
                <a:cs typeface="Arial"/>
                <a:sym typeface="Arial"/>
              </a:rPr>
              <a:t>[(0.8)−(5.0)]² = 17.6 → ép margin student nới rộng thêm 4.2</a:t>
            </a:r>
            <a:endParaRPr sz="1400">
              <a:solidFill>
                <a:schemeClr val="dk1"/>
              </a:solidFill>
              <a:latin typeface="Arial"/>
              <a:ea typeface="Arial"/>
              <a:cs typeface="Arial"/>
              <a:sym typeface="Arial"/>
            </a:endParaRPr>
          </a:p>
        </p:txBody>
      </p:sp>
      <p:sp>
        <p:nvSpPr>
          <p:cNvPr id="714" name="Google Shape;714;p32"/>
          <p:cNvSpPr/>
          <p:nvPr/>
        </p:nvSpPr>
        <p:spPr>
          <a:xfrm>
            <a:off x="6372055" y="2925214"/>
            <a:ext cx="2582173" cy="2917742"/>
          </a:xfrm>
          <a:prstGeom prst="roundRect">
            <a:avLst>
              <a:gd fmla="val 2679" name="adj"/>
            </a:avLst>
          </a:prstGeom>
          <a:solidFill>
            <a:srgbClr val="F7F8FA"/>
          </a:solidFill>
          <a:ln cap="flat" cmpd="sng" w="9525">
            <a:solidFill>
              <a:srgbClr val="DDE2E8"/>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715" name="Google Shape;715;p32"/>
          <p:cNvSpPr/>
          <p:nvPr/>
        </p:nvSpPr>
        <p:spPr>
          <a:xfrm>
            <a:off x="6481784" y="3016653"/>
            <a:ext cx="2305512" cy="270161"/>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33333"/>
              </a:buClr>
              <a:buSzPts val="1400"/>
              <a:buFont typeface="Arial"/>
              <a:buNone/>
            </a:pPr>
            <a:r>
              <a:rPr b="1" lang="en-US" sz="1400">
                <a:solidFill>
                  <a:srgbClr val="333333"/>
                </a:solidFill>
                <a:latin typeface="Arial"/>
                <a:ea typeface="Arial"/>
                <a:cs typeface="Arial"/>
                <a:sym typeface="Arial"/>
              </a:rPr>
              <a:t>RankNet</a:t>
            </a:r>
            <a:endParaRPr sz="1400">
              <a:solidFill>
                <a:schemeClr val="dk1"/>
              </a:solidFill>
              <a:latin typeface="Arial"/>
              <a:ea typeface="Arial"/>
              <a:cs typeface="Arial"/>
              <a:sym typeface="Arial"/>
            </a:endParaRPr>
          </a:p>
        </p:txBody>
      </p:sp>
      <p:sp>
        <p:nvSpPr>
          <p:cNvPr id="716" name="Google Shape;716;p32"/>
          <p:cNvSpPr/>
          <p:nvPr/>
        </p:nvSpPr>
        <p:spPr>
          <a:xfrm>
            <a:off x="6481784" y="3309262"/>
            <a:ext cx="2305512" cy="1296774"/>
          </a:xfrm>
          <a:prstGeom prst="rect">
            <a:avLst/>
          </a:prstGeom>
          <a:noFill/>
          <a:ln>
            <a:noFill/>
          </a:ln>
        </p:spPr>
        <p:txBody>
          <a:bodyPr anchorCtr="0" anchor="ctr" bIns="0" lIns="0" spcFirstLastPara="1" rIns="0" wrap="square" tIns="0">
            <a:noAutofit/>
          </a:bodyPr>
          <a:lstStyle/>
          <a:p>
            <a:pPr indent="0" lvl="0" marL="0" marR="0" rtl="0" algn="l">
              <a:lnSpc>
                <a:spcPct val="130000"/>
              </a:lnSpc>
              <a:spcBef>
                <a:spcPts val="0"/>
              </a:spcBef>
              <a:spcAft>
                <a:spcPts val="0"/>
              </a:spcAft>
              <a:buClr>
                <a:srgbClr val="666666"/>
              </a:buClr>
              <a:buSzPts val="1400"/>
              <a:buFont typeface="Arial"/>
              <a:buNone/>
            </a:pPr>
            <a:r>
              <a:rPr i="1" lang="en-US" sz="1400">
                <a:solidFill>
                  <a:srgbClr val="666666"/>
                </a:solidFill>
                <a:latin typeface="Arial"/>
                <a:ea typeface="Arial"/>
                <a:cs typeface="Arial"/>
                <a:sym typeface="Arial"/>
              </a:rPr>
              <a:t>P</a:t>
            </a:r>
            <a:r>
              <a:rPr baseline="30000" i="1" lang="en-US" sz="1400">
                <a:solidFill>
                  <a:srgbClr val="666666"/>
                </a:solidFill>
                <a:latin typeface="Arial"/>
                <a:ea typeface="Arial"/>
                <a:cs typeface="Arial"/>
                <a:sym typeface="Arial"/>
              </a:rPr>
              <a:t>T</a:t>
            </a:r>
            <a:r>
              <a:rPr baseline="-25000" i="1" lang="en-US" sz="1400">
                <a:solidFill>
                  <a:srgbClr val="666666"/>
                </a:solidFill>
                <a:latin typeface="Arial"/>
                <a:ea typeface="Arial"/>
                <a:cs typeface="Arial"/>
                <a:sym typeface="Arial"/>
              </a:rPr>
              <a:t>12</a:t>
            </a:r>
            <a:r>
              <a:rPr lang="en-US" sz="1400">
                <a:solidFill>
                  <a:srgbClr val="333333"/>
                </a:solidFill>
                <a:latin typeface="Arial"/>
                <a:ea typeface="Arial"/>
                <a:cs typeface="Arial"/>
                <a:sym typeface="Arial"/>
              </a:rPr>
              <a:t> = σ(8−3) = 0.993</a:t>
            </a:r>
            <a:br>
              <a:rPr lang="en-US" sz="1400">
                <a:solidFill>
                  <a:srgbClr val="000000"/>
                </a:solidFill>
                <a:latin typeface="Arial"/>
                <a:ea typeface="Arial"/>
                <a:cs typeface="Arial"/>
                <a:sym typeface="Arial"/>
              </a:rPr>
            </a:br>
            <a:r>
              <a:rPr i="1" lang="en-US" sz="1400">
                <a:solidFill>
                  <a:srgbClr val="666666"/>
                </a:solidFill>
                <a:latin typeface="Arial"/>
                <a:ea typeface="Arial"/>
                <a:cs typeface="Arial"/>
                <a:sym typeface="Arial"/>
              </a:rPr>
              <a:t>P</a:t>
            </a:r>
            <a:r>
              <a:rPr baseline="30000" i="1" lang="en-US" sz="1400">
                <a:solidFill>
                  <a:srgbClr val="666666"/>
                </a:solidFill>
                <a:latin typeface="Arial"/>
                <a:ea typeface="Arial"/>
                <a:cs typeface="Arial"/>
                <a:sym typeface="Arial"/>
              </a:rPr>
              <a:t>S</a:t>
            </a:r>
            <a:r>
              <a:rPr baseline="-25000" i="1" lang="en-US" sz="1400">
                <a:solidFill>
                  <a:srgbClr val="666666"/>
                </a:solidFill>
                <a:latin typeface="Arial"/>
                <a:ea typeface="Arial"/>
                <a:cs typeface="Arial"/>
                <a:sym typeface="Arial"/>
              </a:rPr>
              <a:t>12</a:t>
            </a:r>
            <a:r>
              <a:rPr lang="en-US" sz="1400">
                <a:solidFill>
                  <a:srgbClr val="333333"/>
                </a:solidFill>
                <a:latin typeface="Arial"/>
                <a:ea typeface="Arial"/>
                <a:cs typeface="Arial"/>
                <a:sym typeface="Arial"/>
              </a:rPr>
              <a:t> = σ(2.0−1.2) = 0.690</a:t>
            </a:r>
            <a:endParaRPr sz="1400">
              <a:solidFill>
                <a:schemeClr val="dk1"/>
              </a:solidFill>
              <a:latin typeface="Arial"/>
              <a:ea typeface="Arial"/>
              <a:cs typeface="Arial"/>
              <a:sym typeface="Arial"/>
            </a:endParaRPr>
          </a:p>
        </p:txBody>
      </p:sp>
      <p:sp>
        <p:nvSpPr>
          <p:cNvPr id="717" name="Google Shape;717;p32"/>
          <p:cNvSpPr/>
          <p:nvPr/>
        </p:nvSpPr>
        <p:spPr>
          <a:xfrm>
            <a:off x="6481784" y="4827165"/>
            <a:ext cx="2305512" cy="594355"/>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B8471F"/>
              </a:buClr>
              <a:buSzPts val="1400"/>
              <a:buFont typeface="Arial"/>
              <a:buNone/>
            </a:pPr>
            <a:r>
              <a:rPr b="1" lang="en-US" sz="1400">
                <a:solidFill>
                  <a:srgbClr val="B8471F"/>
                </a:solidFill>
                <a:latin typeface="Arial"/>
                <a:ea typeface="Arial"/>
                <a:cs typeface="Arial"/>
                <a:sym typeface="Arial"/>
              </a:rPr>
              <a:t>P</a:t>
            </a:r>
            <a:r>
              <a:rPr b="1" baseline="30000" lang="en-US" sz="1400">
                <a:solidFill>
                  <a:srgbClr val="B8471F"/>
                </a:solidFill>
                <a:latin typeface="Arial"/>
                <a:ea typeface="Arial"/>
                <a:cs typeface="Arial"/>
                <a:sym typeface="Arial"/>
              </a:rPr>
              <a:t>T</a:t>
            </a:r>
            <a:r>
              <a:rPr b="1" lang="en-US" sz="1400">
                <a:solidFill>
                  <a:srgbClr val="B8471F"/>
                </a:solidFill>
                <a:latin typeface="Arial"/>
                <a:ea typeface="Arial"/>
                <a:cs typeface="Arial"/>
                <a:sym typeface="Arial"/>
              </a:rPr>
              <a:t>·log P</a:t>
            </a:r>
            <a:r>
              <a:rPr b="1" baseline="30000" lang="en-US" sz="1400">
                <a:solidFill>
                  <a:srgbClr val="B8471F"/>
                </a:solidFill>
                <a:latin typeface="Arial"/>
                <a:ea typeface="Arial"/>
                <a:cs typeface="Arial"/>
                <a:sym typeface="Arial"/>
              </a:rPr>
              <a:t>S</a:t>
            </a:r>
            <a:r>
              <a:rPr b="1" lang="en-US" sz="1400">
                <a:solidFill>
                  <a:srgbClr val="B8471F"/>
                </a:solidFill>
                <a:latin typeface="Arial"/>
                <a:ea typeface="Arial"/>
                <a:cs typeface="Arial"/>
                <a:sym typeface="Arial"/>
              </a:rPr>
              <a:t> phạt lệch → ép P</a:t>
            </a:r>
            <a:r>
              <a:rPr b="1" baseline="30000" lang="en-US" sz="1400">
                <a:solidFill>
                  <a:srgbClr val="B8471F"/>
                </a:solidFill>
                <a:latin typeface="Arial"/>
                <a:ea typeface="Arial"/>
                <a:cs typeface="Arial"/>
                <a:sym typeface="Arial"/>
              </a:rPr>
              <a:t>S</a:t>
            </a:r>
            <a:r>
              <a:rPr b="1" baseline="-25000" lang="en-US" sz="1400">
                <a:solidFill>
                  <a:srgbClr val="B8471F"/>
                </a:solidFill>
                <a:latin typeface="Arial"/>
                <a:ea typeface="Arial"/>
                <a:cs typeface="Arial"/>
                <a:sym typeface="Arial"/>
              </a:rPr>
              <a:t>12</a:t>
            </a:r>
            <a:r>
              <a:rPr b="1" lang="en-US" sz="1400">
                <a:solidFill>
                  <a:srgbClr val="B8471F"/>
                </a:solidFill>
                <a:latin typeface="Arial"/>
                <a:ea typeface="Arial"/>
                <a:cs typeface="Arial"/>
                <a:sym typeface="Arial"/>
              </a:rPr>
              <a:t> tiến sát 0.993</a:t>
            </a:r>
            <a:endParaRPr sz="1400">
              <a:solidFill>
                <a:schemeClr val="dk1"/>
              </a:solidFill>
              <a:latin typeface="Arial"/>
              <a:ea typeface="Arial"/>
              <a:cs typeface="Arial"/>
              <a:sym typeface="Arial"/>
            </a:endParaRPr>
          </a:p>
        </p:txBody>
      </p:sp>
      <p:sp>
        <p:nvSpPr>
          <p:cNvPr id="718" name="Google Shape;718;p32"/>
          <p:cNvSpPr/>
          <p:nvPr/>
        </p:nvSpPr>
        <p:spPr>
          <a:xfrm>
            <a:off x="9345298" y="2925215"/>
            <a:ext cx="2582172" cy="2917741"/>
          </a:xfrm>
          <a:prstGeom prst="roundRect">
            <a:avLst>
              <a:gd fmla="val 2679" name="adj"/>
            </a:avLst>
          </a:prstGeom>
          <a:solidFill>
            <a:srgbClr val="EAF6F1"/>
          </a:solidFill>
          <a:ln cap="flat" cmpd="sng" w="9525">
            <a:solidFill>
              <a:srgbClr val="8FCFB8"/>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719" name="Google Shape;719;p32"/>
          <p:cNvSpPr/>
          <p:nvPr/>
        </p:nvSpPr>
        <p:spPr>
          <a:xfrm>
            <a:off x="9455025" y="3016655"/>
            <a:ext cx="2305511" cy="270161"/>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D7A5F"/>
              </a:buClr>
              <a:buSzPts val="1400"/>
              <a:buFont typeface="Arial"/>
              <a:buNone/>
            </a:pPr>
            <a:r>
              <a:rPr b="1" lang="en-US" sz="1400">
                <a:solidFill>
                  <a:srgbClr val="0D7A5F"/>
                </a:solidFill>
                <a:latin typeface="Arial"/>
                <a:ea typeface="Arial"/>
                <a:cs typeface="Arial"/>
                <a:sym typeface="Arial"/>
              </a:rPr>
              <a:t>ADR-MSE  ✓</a:t>
            </a:r>
            <a:endParaRPr sz="1400">
              <a:solidFill>
                <a:schemeClr val="dk1"/>
              </a:solidFill>
              <a:latin typeface="Arial"/>
              <a:ea typeface="Arial"/>
              <a:cs typeface="Arial"/>
              <a:sym typeface="Arial"/>
            </a:endParaRPr>
          </a:p>
        </p:txBody>
      </p:sp>
      <p:sp>
        <p:nvSpPr>
          <p:cNvPr id="720" name="Google Shape;720;p32"/>
          <p:cNvSpPr/>
          <p:nvPr/>
        </p:nvSpPr>
        <p:spPr>
          <a:xfrm>
            <a:off x="9455025" y="3309264"/>
            <a:ext cx="2305511" cy="1296774"/>
          </a:xfrm>
          <a:prstGeom prst="rect">
            <a:avLst/>
          </a:prstGeom>
          <a:noFill/>
          <a:ln>
            <a:noFill/>
          </a:ln>
        </p:spPr>
        <p:txBody>
          <a:bodyPr anchorCtr="0" anchor="ctr" bIns="0" lIns="0" spcFirstLastPara="1" rIns="0" wrap="square" tIns="0">
            <a:noAutofit/>
          </a:bodyPr>
          <a:lstStyle/>
          <a:p>
            <a:pPr indent="0" lvl="0" marL="0" marR="0" rtl="0" algn="l">
              <a:lnSpc>
                <a:spcPct val="130000"/>
              </a:lnSpc>
              <a:spcBef>
                <a:spcPts val="0"/>
              </a:spcBef>
              <a:spcAft>
                <a:spcPts val="0"/>
              </a:spcAft>
              <a:buClr>
                <a:srgbClr val="666666"/>
              </a:buClr>
              <a:buSzPts val="1400"/>
              <a:buFont typeface="Arial"/>
              <a:buNone/>
            </a:pPr>
            <a:r>
              <a:rPr i="1" lang="en-US" sz="1400">
                <a:solidFill>
                  <a:srgbClr val="666666"/>
                </a:solidFill>
                <a:latin typeface="Arial"/>
                <a:ea typeface="Arial"/>
                <a:cs typeface="Arial"/>
                <a:sym typeface="Arial"/>
              </a:rPr>
              <a:t>r̃</a:t>
            </a:r>
            <a:r>
              <a:rPr baseline="-25000" i="1" lang="en-US" sz="1400">
                <a:solidFill>
                  <a:srgbClr val="666666"/>
                </a:solidFill>
                <a:latin typeface="Arial"/>
                <a:ea typeface="Arial"/>
                <a:cs typeface="Arial"/>
                <a:sym typeface="Arial"/>
              </a:rPr>
              <a:t>i</a:t>
            </a:r>
            <a:r>
              <a:rPr lang="en-US" sz="1400">
                <a:solidFill>
                  <a:srgbClr val="333333"/>
                </a:solidFill>
                <a:latin typeface="Arial"/>
                <a:ea typeface="Arial"/>
                <a:cs typeface="Arial"/>
                <a:sym typeface="Arial"/>
              </a:rPr>
              <a:t> = +1.00 / 0 / −1.00</a:t>
            </a:r>
            <a:br>
              <a:rPr lang="en-US" sz="1400">
                <a:solidFill>
                  <a:srgbClr val="000000"/>
                </a:solidFill>
                <a:latin typeface="Arial"/>
                <a:ea typeface="Arial"/>
                <a:cs typeface="Arial"/>
                <a:sym typeface="Arial"/>
              </a:rPr>
            </a:br>
            <a:r>
              <a:rPr i="1" lang="en-US" sz="1400">
                <a:solidFill>
                  <a:srgbClr val="666666"/>
                </a:solidFill>
                <a:latin typeface="Arial"/>
                <a:ea typeface="Arial"/>
                <a:cs typeface="Arial"/>
                <a:sym typeface="Arial"/>
              </a:rPr>
              <a:t>s̃</a:t>
            </a:r>
            <a:r>
              <a:rPr baseline="-25000" i="1" lang="en-US" sz="1400">
                <a:solidFill>
                  <a:srgbClr val="666666"/>
                </a:solidFill>
                <a:latin typeface="Arial"/>
                <a:ea typeface="Arial"/>
                <a:cs typeface="Arial"/>
                <a:sym typeface="Arial"/>
              </a:rPr>
              <a:t>i</a:t>
            </a:r>
            <a:r>
              <a:rPr i="1" lang="en-US" sz="1400">
                <a:solidFill>
                  <a:srgbClr val="666666"/>
                </a:solidFill>
                <a:latin typeface="Arial"/>
                <a:ea typeface="Arial"/>
                <a:cs typeface="Arial"/>
                <a:sym typeface="Arial"/>
              </a:rPr>
              <a:t> = (s</a:t>
            </a:r>
            <a:r>
              <a:rPr baseline="30000" i="1" lang="en-US" sz="1400">
                <a:solidFill>
                  <a:srgbClr val="666666"/>
                </a:solidFill>
                <a:latin typeface="Arial"/>
                <a:ea typeface="Arial"/>
                <a:cs typeface="Arial"/>
                <a:sym typeface="Arial"/>
              </a:rPr>
              <a:t>S</a:t>
            </a:r>
            <a:r>
              <a:rPr baseline="-25000" i="1" lang="en-US" sz="1400">
                <a:solidFill>
                  <a:srgbClr val="666666"/>
                </a:solidFill>
                <a:latin typeface="Arial"/>
                <a:ea typeface="Arial"/>
                <a:cs typeface="Arial"/>
                <a:sym typeface="Arial"/>
              </a:rPr>
              <a:t>i</a:t>
            </a:r>
            <a:r>
              <a:rPr i="1" lang="en-US" sz="1400">
                <a:solidFill>
                  <a:srgbClr val="666666"/>
                </a:solidFill>
                <a:latin typeface="Arial"/>
                <a:ea typeface="Arial"/>
                <a:cs typeface="Arial"/>
                <a:sym typeface="Arial"/>
              </a:rPr>
              <a:t>−μ)/σ</a:t>
            </a:r>
            <a:r>
              <a:rPr lang="en-US" sz="1400">
                <a:solidFill>
                  <a:srgbClr val="333333"/>
                </a:solidFill>
                <a:latin typeface="Arial"/>
                <a:ea typeface="Arial"/>
                <a:cs typeface="Arial"/>
                <a:sym typeface="Arial"/>
              </a:rPr>
              <a:t> = +1.06/+0.29/−1.34</a:t>
            </a:r>
            <a:endParaRPr sz="1400">
              <a:solidFill>
                <a:schemeClr val="dk1"/>
              </a:solidFill>
              <a:latin typeface="Arial"/>
              <a:ea typeface="Arial"/>
              <a:cs typeface="Arial"/>
              <a:sym typeface="Arial"/>
            </a:endParaRPr>
          </a:p>
        </p:txBody>
      </p:sp>
      <p:sp>
        <p:nvSpPr>
          <p:cNvPr id="721" name="Google Shape;721;p32"/>
          <p:cNvSpPr/>
          <p:nvPr/>
        </p:nvSpPr>
        <p:spPr>
          <a:xfrm>
            <a:off x="9455025" y="4754016"/>
            <a:ext cx="2305511" cy="680806"/>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0D7A5F"/>
              </a:buClr>
              <a:buSzPts val="1400"/>
              <a:buFont typeface="Arial"/>
              <a:buNone/>
            </a:pPr>
            <a:r>
              <a:rPr b="1" lang="en-US" sz="1400">
                <a:solidFill>
                  <a:srgbClr val="0D7A5F"/>
                </a:solidFill>
                <a:latin typeface="Arial"/>
                <a:ea typeface="Arial"/>
                <a:cs typeface="Arial"/>
                <a:sym typeface="Arial"/>
              </a:rPr>
              <a:t>(s̃−r̃)² ≈ 0.003/0.083/0.117 → đã gần đúng, không cần biết s</a:t>
            </a:r>
            <a:r>
              <a:rPr b="1" baseline="30000" lang="en-US" sz="1400">
                <a:solidFill>
                  <a:srgbClr val="0D7A5F"/>
                </a:solidFill>
                <a:latin typeface="Arial"/>
                <a:ea typeface="Arial"/>
                <a:cs typeface="Arial"/>
                <a:sym typeface="Arial"/>
              </a:rPr>
              <a:t>T</a:t>
            </a:r>
            <a:endParaRPr sz="1400">
              <a:solidFill>
                <a:schemeClr val="dk1"/>
              </a:solidFill>
              <a:latin typeface="Arial"/>
              <a:ea typeface="Arial"/>
              <a:cs typeface="Arial"/>
              <a:sym typeface="Arial"/>
            </a:endParaRPr>
          </a:p>
        </p:txBody>
      </p:sp>
      <p:sp>
        <p:nvSpPr>
          <p:cNvPr id="722" name="Google Shape;722;p32"/>
          <p:cNvSpPr txBox="1"/>
          <p:nvPr/>
        </p:nvSpPr>
        <p:spPr>
          <a:xfrm>
            <a:off x="11684000" y="6540500"/>
            <a:ext cx="381000" cy="190500"/>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lang="en-US" sz="1000">
                <a:solidFill>
                  <a:srgbClr val="505050"/>
                </a:solidFill>
                <a:latin typeface="Arial"/>
                <a:ea typeface="Arial"/>
                <a:cs typeface="Arial"/>
                <a:sym typeface="Arial"/>
              </a:rPr>
              <a:t>33</a:t>
            </a:r>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6" name="Shape 726"/>
        <p:cNvGrpSpPr/>
        <p:nvPr/>
      </p:nvGrpSpPr>
      <p:grpSpPr>
        <a:xfrm>
          <a:off x="0" y="0"/>
          <a:ext cx="0" cy="0"/>
          <a:chOff x="0" y="0"/>
          <a:chExt cx="0" cy="0"/>
        </a:xfrm>
      </p:grpSpPr>
      <p:sp>
        <p:nvSpPr>
          <p:cNvPr id="727" name="Google Shape;727;p33"/>
          <p:cNvSpPr txBox="1"/>
          <p:nvPr/>
        </p:nvSpPr>
        <p:spPr>
          <a:xfrm>
            <a:off x="338760" y="112680"/>
            <a:ext cx="11514240" cy="435600"/>
          </a:xfrm>
          <a:prstGeom prst="rect">
            <a:avLst/>
          </a:prstGeom>
          <a:noFill/>
          <a:ln>
            <a:noFill/>
          </a:ln>
        </p:spPr>
        <p:txBody>
          <a:bodyPr anchorCtr="0" anchor="t" bIns="45000" lIns="90000" spcFirstLastPara="1" rIns="90000" wrap="square" tIns="45000">
            <a:noAutofit/>
          </a:bodyPr>
          <a:lstStyle/>
          <a:p>
            <a:pPr indent="0" lvl="0" marL="0" marR="0" rtl="0" algn="l">
              <a:spcBef>
                <a:spcPts val="0"/>
              </a:spcBef>
              <a:spcAft>
                <a:spcPts val="0"/>
              </a:spcAft>
              <a:buNone/>
            </a:pPr>
            <a:r>
              <a:rPr lang="en-US" sz="2800">
                <a:solidFill>
                  <a:schemeClr val="lt1"/>
                </a:solidFill>
                <a:latin typeface="Arial"/>
                <a:ea typeface="Arial"/>
                <a:cs typeface="Arial"/>
                <a:sym typeface="Arial"/>
              </a:rPr>
              <a:t>Appendix</a:t>
            </a:r>
            <a:endParaRPr/>
          </a:p>
        </p:txBody>
      </p:sp>
      <p:sp>
        <p:nvSpPr>
          <p:cNvPr id="728" name="Google Shape;728;p33"/>
          <p:cNvSpPr txBox="1"/>
          <p:nvPr/>
        </p:nvSpPr>
        <p:spPr>
          <a:xfrm>
            <a:off x="11684000" y="6540500"/>
            <a:ext cx="381000" cy="190500"/>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lang="en-US" sz="1000">
                <a:solidFill>
                  <a:srgbClr val="505050"/>
                </a:solidFill>
                <a:latin typeface="Arial"/>
                <a:ea typeface="Arial"/>
                <a:cs typeface="Arial"/>
                <a:sym typeface="Arial"/>
              </a:rPr>
              <a:t>33</a:t>
            </a:r>
            <a:endParaRPr/>
          </a:p>
        </p:txBody>
      </p:sp>
      <p:pic>
        <p:nvPicPr>
          <p:cNvPr id="729" name="Google Shape;729;p33"/>
          <p:cNvPicPr preferRelativeResize="0"/>
          <p:nvPr/>
        </p:nvPicPr>
        <p:blipFill rotWithShape="1">
          <a:blip r:embed="rId3">
            <a:alphaModFix/>
          </a:blip>
          <a:srcRect b="0" l="0" r="0" t="0"/>
          <a:stretch/>
        </p:blipFill>
        <p:spPr>
          <a:xfrm>
            <a:off x="3146401" y="1313362"/>
            <a:ext cx="5899198" cy="3514415"/>
          </a:xfrm>
          <a:prstGeom prst="rect">
            <a:avLst/>
          </a:prstGeom>
          <a:noFill/>
          <a:ln>
            <a:noFill/>
          </a:ln>
        </p:spPr>
      </p:pic>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3" name="Shape 733"/>
        <p:cNvGrpSpPr/>
        <p:nvPr/>
      </p:nvGrpSpPr>
      <p:grpSpPr>
        <a:xfrm>
          <a:off x="0" y="0"/>
          <a:ext cx="0" cy="0"/>
          <a:chOff x="0" y="0"/>
          <a:chExt cx="0" cy="0"/>
        </a:xfrm>
      </p:grpSpPr>
      <p:sp>
        <p:nvSpPr>
          <p:cNvPr id="734" name="Google Shape;734;p34"/>
          <p:cNvSpPr txBox="1"/>
          <p:nvPr/>
        </p:nvSpPr>
        <p:spPr>
          <a:xfrm>
            <a:off x="338760" y="112680"/>
            <a:ext cx="11514240" cy="435600"/>
          </a:xfrm>
          <a:prstGeom prst="rect">
            <a:avLst/>
          </a:prstGeom>
          <a:noFill/>
          <a:ln>
            <a:noFill/>
          </a:ln>
        </p:spPr>
        <p:txBody>
          <a:bodyPr anchorCtr="0" anchor="t" bIns="45000" lIns="90000" spcFirstLastPara="1" rIns="90000" wrap="square" tIns="45000">
            <a:noAutofit/>
          </a:bodyPr>
          <a:lstStyle/>
          <a:p>
            <a:pPr indent="0" lvl="0" marL="0" marR="0" rtl="0" algn="l">
              <a:spcBef>
                <a:spcPts val="0"/>
              </a:spcBef>
              <a:spcAft>
                <a:spcPts val="0"/>
              </a:spcAft>
              <a:buNone/>
            </a:pPr>
            <a:r>
              <a:rPr lang="en-US" sz="2800">
                <a:solidFill>
                  <a:schemeClr val="lt1"/>
                </a:solidFill>
                <a:latin typeface="Arial"/>
                <a:ea typeface="Arial"/>
                <a:cs typeface="Arial"/>
                <a:sym typeface="Arial"/>
              </a:rPr>
              <a:t>Appendix</a:t>
            </a:r>
            <a:endParaRPr/>
          </a:p>
        </p:txBody>
      </p:sp>
      <p:sp>
        <p:nvSpPr>
          <p:cNvPr id="735" name="Google Shape;735;p34"/>
          <p:cNvSpPr txBox="1"/>
          <p:nvPr/>
        </p:nvSpPr>
        <p:spPr>
          <a:xfrm>
            <a:off x="11684000" y="6540500"/>
            <a:ext cx="381000" cy="190500"/>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lang="en-US" sz="1000">
                <a:solidFill>
                  <a:srgbClr val="505050"/>
                </a:solidFill>
                <a:latin typeface="Arial"/>
                <a:ea typeface="Arial"/>
                <a:cs typeface="Arial"/>
                <a:sym typeface="Arial"/>
              </a:rPr>
              <a:t>33</a:t>
            </a:r>
            <a:endParaRPr/>
          </a:p>
        </p:txBody>
      </p:sp>
      <p:pic>
        <p:nvPicPr>
          <p:cNvPr id="736" name="Google Shape;736;p34"/>
          <p:cNvPicPr preferRelativeResize="0"/>
          <p:nvPr/>
        </p:nvPicPr>
        <p:blipFill rotWithShape="1">
          <a:blip r:embed="rId3">
            <a:alphaModFix/>
          </a:blip>
          <a:srcRect b="0" l="0" r="0" t="0"/>
          <a:stretch/>
        </p:blipFill>
        <p:spPr>
          <a:xfrm>
            <a:off x="2198868" y="1584826"/>
            <a:ext cx="7794264" cy="2653620"/>
          </a:xfrm>
          <a:prstGeom prst="rect">
            <a:avLst/>
          </a:prstGeom>
          <a:noFill/>
          <a:ln>
            <a:noFill/>
          </a:ln>
        </p:spPr>
      </p:pic>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0" name="Shape 740"/>
        <p:cNvGrpSpPr/>
        <p:nvPr/>
      </p:nvGrpSpPr>
      <p:grpSpPr>
        <a:xfrm>
          <a:off x="0" y="0"/>
          <a:ext cx="0" cy="0"/>
          <a:chOff x="0" y="0"/>
          <a:chExt cx="0" cy="0"/>
        </a:xfrm>
      </p:grpSpPr>
      <p:sp>
        <p:nvSpPr>
          <p:cNvPr id="741" name="Google Shape;741;p35"/>
          <p:cNvSpPr txBox="1"/>
          <p:nvPr/>
        </p:nvSpPr>
        <p:spPr>
          <a:xfrm>
            <a:off x="338760" y="112680"/>
            <a:ext cx="11514240" cy="435600"/>
          </a:xfrm>
          <a:prstGeom prst="rect">
            <a:avLst/>
          </a:prstGeom>
          <a:noFill/>
          <a:ln>
            <a:noFill/>
          </a:ln>
        </p:spPr>
        <p:txBody>
          <a:bodyPr anchorCtr="0" anchor="t" bIns="45000" lIns="90000" spcFirstLastPara="1" rIns="90000" wrap="square" tIns="45000">
            <a:noAutofit/>
          </a:bodyPr>
          <a:lstStyle/>
          <a:p>
            <a:pPr indent="0" lvl="0" marL="0" marR="0" rtl="0" algn="l">
              <a:spcBef>
                <a:spcPts val="0"/>
              </a:spcBef>
              <a:spcAft>
                <a:spcPts val="0"/>
              </a:spcAft>
              <a:buNone/>
            </a:pPr>
            <a:r>
              <a:rPr lang="en-US" sz="2800">
                <a:solidFill>
                  <a:schemeClr val="lt1"/>
                </a:solidFill>
                <a:latin typeface="Arial"/>
                <a:ea typeface="Arial"/>
                <a:cs typeface="Arial"/>
                <a:sym typeface="Arial"/>
              </a:rPr>
              <a:t>Appendix</a:t>
            </a:r>
            <a:endParaRPr/>
          </a:p>
        </p:txBody>
      </p:sp>
      <p:pic>
        <p:nvPicPr>
          <p:cNvPr id="742" name="Google Shape;742;p35"/>
          <p:cNvPicPr preferRelativeResize="0"/>
          <p:nvPr/>
        </p:nvPicPr>
        <p:blipFill rotWithShape="1">
          <a:blip r:embed="rId3">
            <a:alphaModFix/>
          </a:blip>
          <a:srcRect b="0" l="0" r="0" t="0"/>
          <a:stretch/>
        </p:blipFill>
        <p:spPr>
          <a:xfrm>
            <a:off x="3024045" y="3429000"/>
            <a:ext cx="6143670" cy="1619262"/>
          </a:xfrm>
          <a:prstGeom prst="rect">
            <a:avLst/>
          </a:prstGeom>
          <a:noFill/>
          <a:ln>
            <a:noFill/>
          </a:ln>
        </p:spPr>
      </p:pic>
      <p:pic>
        <p:nvPicPr>
          <p:cNvPr id="743" name="Google Shape;743;p35"/>
          <p:cNvPicPr preferRelativeResize="0"/>
          <p:nvPr/>
        </p:nvPicPr>
        <p:blipFill rotWithShape="1">
          <a:blip r:embed="rId4">
            <a:alphaModFix/>
          </a:blip>
          <a:srcRect b="0" l="0" r="0" t="0"/>
          <a:stretch/>
        </p:blipFill>
        <p:spPr>
          <a:xfrm>
            <a:off x="4192542" y="5230705"/>
            <a:ext cx="3806676" cy="980314"/>
          </a:xfrm>
          <a:prstGeom prst="rect">
            <a:avLst/>
          </a:prstGeom>
          <a:noFill/>
          <a:ln>
            <a:noFill/>
          </a:ln>
        </p:spPr>
      </p:pic>
      <p:sp>
        <p:nvSpPr>
          <p:cNvPr id="744" name="Google Shape;744;p35"/>
          <p:cNvSpPr txBox="1"/>
          <p:nvPr/>
        </p:nvSpPr>
        <p:spPr>
          <a:xfrm>
            <a:off x="11684000" y="6540500"/>
            <a:ext cx="381000" cy="190500"/>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lang="en-US" sz="1000">
                <a:solidFill>
                  <a:srgbClr val="505050"/>
                </a:solidFill>
                <a:latin typeface="Arial"/>
                <a:ea typeface="Arial"/>
                <a:cs typeface="Arial"/>
                <a:sym typeface="Arial"/>
              </a:rPr>
              <a:t>34</a:t>
            </a:r>
            <a:endParaRPr/>
          </a:p>
        </p:txBody>
      </p:sp>
      <p:pic>
        <p:nvPicPr>
          <p:cNvPr id="745" name="Google Shape;745;p35"/>
          <p:cNvPicPr preferRelativeResize="0"/>
          <p:nvPr/>
        </p:nvPicPr>
        <p:blipFill rotWithShape="1">
          <a:blip r:embed="rId5">
            <a:alphaModFix/>
          </a:blip>
          <a:srcRect b="0" l="0" r="0" t="0"/>
          <a:stretch/>
        </p:blipFill>
        <p:spPr>
          <a:xfrm>
            <a:off x="2985945" y="912915"/>
            <a:ext cx="6219870" cy="2333642"/>
          </a:xfrm>
          <a:prstGeom prst="rect">
            <a:avLst/>
          </a:prstGeom>
          <a:noFill/>
          <a:ln>
            <a:noFill/>
          </a:ln>
        </p:spPr>
      </p:pic>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9" name="Shape 749"/>
        <p:cNvGrpSpPr/>
        <p:nvPr/>
      </p:nvGrpSpPr>
      <p:grpSpPr>
        <a:xfrm>
          <a:off x="0" y="0"/>
          <a:ext cx="0" cy="0"/>
          <a:chOff x="0" y="0"/>
          <a:chExt cx="0" cy="0"/>
        </a:xfrm>
      </p:grpSpPr>
      <p:sp>
        <p:nvSpPr>
          <p:cNvPr id="750" name="Google Shape;750;p36"/>
          <p:cNvSpPr txBox="1"/>
          <p:nvPr/>
        </p:nvSpPr>
        <p:spPr>
          <a:xfrm>
            <a:off x="338760" y="112680"/>
            <a:ext cx="11514240" cy="435600"/>
          </a:xfrm>
          <a:prstGeom prst="rect">
            <a:avLst/>
          </a:prstGeom>
          <a:noFill/>
          <a:ln>
            <a:noFill/>
          </a:ln>
        </p:spPr>
        <p:txBody>
          <a:bodyPr anchorCtr="0" anchor="t" bIns="45000" lIns="90000" spcFirstLastPara="1" rIns="90000" wrap="square" tIns="45000">
            <a:noAutofit/>
          </a:bodyPr>
          <a:lstStyle/>
          <a:p>
            <a:pPr indent="0" lvl="0" marL="0" marR="0" rtl="0" algn="l">
              <a:spcBef>
                <a:spcPts val="0"/>
              </a:spcBef>
              <a:spcAft>
                <a:spcPts val="0"/>
              </a:spcAft>
              <a:buNone/>
            </a:pPr>
            <a:r>
              <a:rPr lang="en-US" sz="2800">
                <a:solidFill>
                  <a:schemeClr val="lt1"/>
                </a:solidFill>
                <a:latin typeface="Arial"/>
                <a:ea typeface="Arial"/>
                <a:cs typeface="Arial"/>
                <a:sym typeface="Arial"/>
              </a:rPr>
              <a:t>Appendix</a:t>
            </a:r>
            <a:endParaRPr/>
          </a:p>
        </p:txBody>
      </p:sp>
      <p:pic>
        <p:nvPicPr>
          <p:cNvPr id="751" name="Google Shape;751;p36"/>
          <p:cNvPicPr preferRelativeResize="0"/>
          <p:nvPr/>
        </p:nvPicPr>
        <p:blipFill rotWithShape="1">
          <a:blip r:embed="rId3">
            <a:alphaModFix/>
          </a:blip>
          <a:srcRect b="0" l="0" r="0" t="0"/>
          <a:stretch/>
        </p:blipFill>
        <p:spPr>
          <a:xfrm>
            <a:off x="3271816" y="2916662"/>
            <a:ext cx="5724567" cy="2124091"/>
          </a:xfrm>
          <a:prstGeom prst="rect">
            <a:avLst/>
          </a:prstGeom>
          <a:noFill/>
          <a:ln>
            <a:noFill/>
          </a:ln>
        </p:spPr>
      </p:pic>
      <p:pic>
        <p:nvPicPr>
          <p:cNvPr id="752" name="Google Shape;752;p36"/>
          <p:cNvPicPr preferRelativeResize="0"/>
          <p:nvPr/>
        </p:nvPicPr>
        <p:blipFill rotWithShape="1">
          <a:blip r:embed="rId4">
            <a:alphaModFix/>
          </a:blip>
          <a:srcRect b="0" l="0" r="0" t="0"/>
          <a:stretch/>
        </p:blipFill>
        <p:spPr>
          <a:xfrm>
            <a:off x="3195616" y="1056191"/>
            <a:ext cx="5800767" cy="1352560"/>
          </a:xfrm>
          <a:prstGeom prst="rect">
            <a:avLst/>
          </a:prstGeom>
          <a:noFill/>
          <a:ln>
            <a:noFill/>
          </a:ln>
        </p:spPr>
      </p:pic>
      <p:sp>
        <p:nvSpPr>
          <p:cNvPr id="753" name="Google Shape;753;p36"/>
          <p:cNvSpPr txBox="1"/>
          <p:nvPr/>
        </p:nvSpPr>
        <p:spPr>
          <a:xfrm>
            <a:off x="11684000" y="6540500"/>
            <a:ext cx="381000" cy="190500"/>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lang="en-US" sz="1000">
                <a:solidFill>
                  <a:srgbClr val="505050"/>
                </a:solidFill>
                <a:latin typeface="Arial"/>
                <a:ea typeface="Arial"/>
                <a:cs typeface="Arial"/>
                <a:sym typeface="Arial"/>
              </a:rPr>
              <a:t>35</a:t>
            </a:r>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7" name="Shape 757"/>
        <p:cNvGrpSpPr/>
        <p:nvPr/>
      </p:nvGrpSpPr>
      <p:grpSpPr>
        <a:xfrm>
          <a:off x="0" y="0"/>
          <a:ext cx="0" cy="0"/>
          <a:chOff x="0" y="0"/>
          <a:chExt cx="0" cy="0"/>
        </a:xfrm>
      </p:grpSpPr>
      <p:sp>
        <p:nvSpPr>
          <p:cNvPr id="758" name="Google Shape;758;p37"/>
          <p:cNvSpPr txBox="1"/>
          <p:nvPr/>
        </p:nvSpPr>
        <p:spPr>
          <a:xfrm>
            <a:off x="338760" y="112680"/>
            <a:ext cx="11514240" cy="435600"/>
          </a:xfrm>
          <a:prstGeom prst="rect">
            <a:avLst/>
          </a:prstGeom>
          <a:noFill/>
          <a:ln>
            <a:noFill/>
          </a:ln>
        </p:spPr>
        <p:txBody>
          <a:bodyPr anchorCtr="0" anchor="t" bIns="45000" lIns="90000" spcFirstLastPara="1" rIns="90000" wrap="square" tIns="45000">
            <a:noAutofit/>
          </a:bodyPr>
          <a:lstStyle/>
          <a:p>
            <a:pPr indent="0" lvl="0" marL="0" marR="0" rtl="0" algn="l">
              <a:spcBef>
                <a:spcPts val="0"/>
              </a:spcBef>
              <a:spcAft>
                <a:spcPts val="0"/>
              </a:spcAft>
              <a:buNone/>
            </a:pPr>
            <a:r>
              <a:rPr lang="en-US" sz="2800">
                <a:solidFill>
                  <a:schemeClr val="lt1"/>
                </a:solidFill>
                <a:latin typeface="Arial"/>
                <a:ea typeface="Arial"/>
                <a:cs typeface="Arial"/>
                <a:sym typeface="Arial"/>
              </a:rPr>
              <a:t>Appendix</a:t>
            </a:r>
            <a:endParaRPr/>
          </a:p>
        </p:txBody>
      </p:sp>
      <p:pic>
        <p:nvPicPr>
          <p:cNvPr id="759" name="Google Shape;759;p37"/>
          <p:cNvPicPr preferRelativeResize="0"/>
          <p:nvPr/>
        </p:nvPicPr>
        <p:blipFill rotWithShape="1">
          <a:blip r:embed="rId3">
            <a:alphaModFix/>
          </a:blip>
          <a:srcRect b="0" l="0" r="0" t="0"/>
          <a:stretch/>
        </p:blipFill>
        <p:spPr>
          <a:xfrm>
            <a:off x="5834950" y="929575"/>
            <a:ext cx="5849051" cy="2175200"/>
          </a:xfrm>
          <a:prstGeom prst="rect">
            <a:avLst/>
          </a:prstGeom>
          <a:noFill/>
          <a:ln>
            <a:noFill/>
          </a:ln>
        </p:spPr>
      </p:pic>
      <p:sp>
        <p:nvSpPr>
          <p:cNvPr id="760" name="Google Shape;760;p37"/>
          <p:cNvSpPr txBox="1"/>
          <p:nvPr/>
        </p:nvSpPr>
        <p:spPr>
          <a:xfrm>
            <a:off x="596301" y="1847895"/>
            <a:ext cx="4652400" cy="3387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600">
                <a:solidFill>
                  <a:schemeClr val="dk1"/>
                </a:solidFill>
                <a:latin typeface="Arial"/>
                <a:ea typeface="Arial"/>
                <a:cs typeface="Arial"/>
                <a:sym typeface="Arial"/>
              </a:rPr>
              <a:t>Độ trễ trên CPU (rerank top-20)</a:t>
            </a:r>
            <a:endParaRPr/>
          </a:p>
        </p:txBody>
      </p:sp>
      <p:sp>
        <p:nvSpPr>
          <p:cNvPr id="761" name="Google Shape;761;p37"/>
          <p:cNvSpPr txBox="1"/>
          <p:nvPr/>
        </p:nvSpPr>
        <p:spPr>
          <a:xfrm>
            <a:off x="11684000" y="6540500"/>
            <a:ext cx="381000" cy="190500"/>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lang="en-US" sz="1000">
                <a:solidFill>
                  <a:srgbClr val="505050"/>
                </a:solidFill>
                <a:latin typeface="Arial"/>
                <a:ea typeface="Arial"/>
                <a:cs typeface="Arial"/>
                <a:sym typeface="Arial"/>
              </a:rPr>
              <a:t>36</a:t>
            </a:r>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5" name="Shape 765"/>
        <p:cNvGrpSpPr/>
        <p:nvPr/>
      </p:nvGrpSpPr>
      <p:grpSpPr>
        <a:xfrm>
          <a:off x="0" y="0"/>
          <a:ext cx="0" cy="0"/>
          <a:chOff x="0" y="0"/>
          <a:chExt cx="0" cy="0"/>
        </a:xfrm>
      </p:grpSpPr>
      <p:sp>
        <p:nvSpPr>
          <p:cNvPr id="766" name="Google Shape;766;g3f825c83de6_0_3"/>
          <p:cNvSpPr txBox="1"/>
          <p:nvPr/>
        </p:nvSpPr>
        <p:spPr>
          <a:xfrm>
            <a:off x="338760" y="112680"/>
            <a:ext cx="11514300" cy="435600"/>
          </a:xfrm>
          <a:prstGeom prst="rect">
            <a:avLst/>
          </a:prstGeom>
          <a:noFill/>
          <a:ln>
            <a:noFill/>
          </a:ln>
        </p:spPr>
        <p:txBody>
          <a:bodyPr anchorCtr="0" anchor="t" bIns="45000" lIns="90000" spcFirstLastPara="1" rIns="90000" wrap="square" tIns="45000">
            <a:noAutofit/>
          </a:bodyPr>
          <a:lstStyle/>
          <a:p>
            <a:pPr indent="0" lvl="0" marL="0" marR="0" rtl="0" algn="l">
              <a:spcBef>
                <a:spcPts val="0"/>
              </a:spcBef>
              <a:spcAft>
                <a:spcPts val="0"/>
              </a:spcAft>
              <a:buNone/>
            </a:pPr>
            <a:r>
              <a:rPr lang="en-US" sz="2800">
                <a:solidFill>
                  <a:schemeClr val="lt1"/>
                </a:solidFill>
                <a:latin typeface="Arial"/>
                <a:ea typeface="Arial"/>
                <a:cs typeface="Arial"/>
                <a:sym typeface="Arial"/>
              </a:rPr>
              <a:t>Appendix</a:t>
            </a:r>
            <a:endParaRPr/>
          </a:p>
        </p:txBody>
      </p:sp>
      <p:sp>
        <p:nvSpPr>
          <p:cNvPr id="767" name="Google Shape;767;g3f825c83de6_0_3"/>
          <p:cNvSpPr txBox="1"/>
          <p:nvPr/>
        </p:nvSpPr>
        <p:spPr>
          <a:xfrm>
            <a:off x="3769801" y="2648258"/>
            <a:ext cx="4652400" cy="3387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600">
                <a:solidFill>
                  <a:schemeClr val="dk1"/>
                </a:solidFill>
              </a:rPr>
              <a:t>đo </a:t>
            </a:r>
            <a:r>
              <a:rPr b="1" lang="en-US" sz="1600">
                <a:solidFill>
                  <a:schemeClr val="dk1"/>
                </a:solidFill>
              </a:rPr>
              <a:t>gold xuất hiện sớm cỡ nào</a:t>
            </a:r>
            <a:r>
              <a:rPr lang="en-US" sz="1600">
                <a:solidFill>
                  <a:schemeClr val="dk1"/>
                </a:solidFill>
              </a:rPr>
              <a:t> trong danh sách </a:t>
            </a:r>
            <a:endParaRPr sz="1600"/>
          </a:p>
        </p:txBody>
      </p:sp>
      <p:sp>
        <p:nvSpPr>
          <p:cNvPr id="768" name="Google Shape;768;g3f825c83de6_0_3"/>
          <p:cNvSpPr txBox="1"/>
          <p:nvPr/>
        </p:nvSpPr>
        <p:spPr>
          <a:xfrm>
            <a:off x="11684000" y="6540500"/>
            <a:ext cx="381000" cy="246300"/>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lang="en-US" sz="1000">
                <a:solidFill>
                  <a:srgbClr val="505050"/>
                </a:solidFill>
                <a:latin typeface="Arial"/>
                <a:ea typeface="Arial"/>
                <a:cs typeface="Arial"/>
                <a:sym typeface="Arial"/>
              </a:rPr>
              <a:t>36</a:t>
            </a:r>
            <a:endParaRPr/>
          </a:p>
        </p:txBody>
      </p:sp>
      <p:sp>
        <p:nvSpPr>
          <p:cNvPr id="769" name="Google Shape;769;g3f825c83de6_0_3"/>
          <p:cNvSpPr txBox="1"/>
          <p:nvPr/>
        </p:nvSpPr>
        <p:spPr>
          <a:xfrm>
            <a:off x="3859251" y="4824745"/>
            <a:ext cx="4652400" cy="3387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600">
                <a:solidFill>
                  <a:schemeClr val="dk1"/>
                </a:solidFill>
              </a:rPr>
              <a:t>đo </a:t>
            </a:r>
            <a:r>
              <a:rPr b="1" lang="en-US" sz="1600">
                <a:solidFill>
                  <a:schemeClr val="dk1"/>
                </a:solidFill>
              </a:rPr>
              <a:t>tỉ lệ câu hỏi có gold lọt vào top-5</a:t>
            </a:r>
            <a:r>
              <a:rPr lang="en-US" sz="1600">
                <a:solidFill>
                  <a:schemeClr val="dk1"/>
                </a:solidFill>
              </a:rPr>
              <a:t> </a:t>
            </a:r>
            <a:endParaRPr sz="1600"/>
          </a:p>
        </p:txBody>
      </p:sp>
      <p:pic>
        <p:nvPicPr>
          <p:cNvPr id="770" name="Google Shape;770;g3f825c83de6_0_3"/>
          <p:cNvPicPr preferRelativeResize="0"/>
          <p:nvPr/>
        </p:nvPicPr>
        <p:blipFill>
          <a:blip r:embed="rId3">
            <a:alphaModFix/>
          </a:blip>
          <a:stretch>
            <a:fillRect/>
          </a:stretch>
        </p:blipFill>
        <p:spPr>
          <a:xfrm>
            <a:off x="2428125" y="1090312"/>
            <a:ext cx="7335749" cy="1358100"/>
          </a:xfrm>
          <a:prstGeom prst="rect">
            <a:avLst/>
          </a:prstGeom>
          <a:noFill/>
          <a:ln>
            <a:noFill/>
          </a:ln>
        </p:spPr>
      </p:pic>
      <p:pic>
        <p:nvPicPr>
          <p:cNvPr id="771" name="Google Shape;771;g3f825c83de6_0_3"/>
          <p:cNvPicPr preferRelativeResize="0"/>
          <p:nvPr/>
        </p:nvPicPr>
        <p:blipFill>
          <a:blip r:embed="rId4">
            <a:alphaModFix/>
          </a:blip>
          <a:stretch>
            <a:fillRect/>
          </a:stretch>
        </p:blipFill>
        <p:spPr>
          <a:xfrm>
            <a:off x="2273675" y="3186800"/>
            <a:ext cx="7644650" cy="1497750"/>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4.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2020-12-31T09:57:48Z</dcterms:created>
  <dc:creator>Phong TT &amp; QTTH</dc:creator>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ppVersion">
    <vt:lpwstr>16.0000</vt:lpwstr>
  </property>
  <property fmtid="{D5CDD505-2E9C-101B-9397-08002B2CF9AE}" pid="3" name="ContentTypeId">
    <vt:lpwstr>0x0101004F531634775FD1439D5B67291EFE2AD4</vt:lpwstr>
  </property>
  <property fmtid="{D5CDD505-2E9C-101B-9397-08002B2CF9AE}" pid="4" name="HiddenSlides">
    <vt:i4>0</vt:i4>
  </property>
  <property fmtid="{D5CDD505-2E9C-101B-9397-08002B2CF9AE}" pid="5" name="HyperlinksChanged">
    <vt:bool>false</vt:bool>
  </property>
  <property fmtid="{D5CDD505-2E9C-101B-9397-08002B2CF9AE}" pid="6" name="LinksUpToDate">
    <vt:bool>false</vt:bool>
  </property>
  <property fmtid="{D5CDD505-2E9C-101B-9397-08002B2CF9AE}" pid="7" name="Notes">
    <vt:i4>0</vt:i4>
  </property>
  <property fmtid="{D5CDD505-2E9C-101B-9397-08002B2CF9AE}" pid="8" name="PresentationFormat">
    <vt:lpwstr>Widescreen</vt:lpwstr>
  </property>
  <property fmtid="{D5CDD505-2E9C-101B-9397-08002B2CF9AE}" pid="9" name="ScaleCrop">
    <vt:bool>false</vt:bool>
  </property>
  <property fmtid="{D5CDD505-2E9C-101B-9397-08002B2CF9AE}" pid="10" name="ShareDoc">
    <vt:bool>false</vt:bool>
  </property>
  <property fmtid="{D5CDD505-2E9C-101B-9397-08002B2CF9AE}" pid="11" name="Slides">
    <vt:i4>9</vt:i4>
  </property>
</Properties>
</file>